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缓震性（Cushioning）</c:v>
              </c:pt>
              <c:pt idx="3">
                <c:v>包裹性（Lockdwon）</c:v>
              </c:pt>
              <c:pt idx="4">
                <c:v>抗扭转性（Torsional Support ）</c:v>
              </c:pt>
              <c:pt idx="5">
                <c:v>防侧翻性（Lateral Stability）</c:v>
              </c:pt>
              <c:pt idx="6">
                <c:v>耐久性（Durability）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10</c:v>
              </c:pt>
              <c:pt idx="2">
                <c:v>5</c:v>
              </c:pt>
              <c:pt idx="3">
                <c:v>10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F14F1-985B-41AA-AC2A-5BABFBAC170A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421A0-9BCC-4222-BBC2-F62882932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919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343F5-6B17-F899-454C-3F1823007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F12D38-9AB4-1249-72F5-45D446575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45EA3-C539-1AD3-793D-7AA38253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9750F-21EF-020A-991C-5F1955EE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D259F-7FD7-1EAE-C660-0CFE9D9A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78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5D6CB-7689-20BA-3939-62DC750C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573C3-C797-6D34-453B-41AEFF4B8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9E400-A66F-83A1-BD96-F01A7D2E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120AF-34E5-8BBE-ABD1-CD32E80F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77DC5-8521-79DE-0674-9AA710B7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6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A26E4-73BB-5EE1-39F9-9F24A827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88E751-9734-12E7-8891-9FC7F3246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C5B38-4913-F66E-BBDC-4E9514EC0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C1E76E-B807-3E42-C12D-C17A802E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31ED32-190E-5DAF-0723-FF68581F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4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06F57-8D0D-D963-3024-D96B446B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AA0E4-F5B9-F5E5-9398-AA1295E6E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33D184-EFCD-CF57-9BC3-829EF894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6EF738-0982-963D-08FB-2997CDFE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5986F0-3E7C-8C51-3F27-78AFC7DB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4FAF13-128A-7007-3D60-3F4FC3E9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29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2BF77-D6D4-D307-55B7-79801B31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74D7D7-8307-FE14-681F-DB264FFF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F3813-F0CE-D783-7CD2-AA3BF58FB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04A030-B3F4-BF8C-6EFD-829FD654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37E712-87DD-A4A2-6361-0D9DB8D14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865156-DA64-4919-9634-3A21F70B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71D76D-A43B-F5D9-BA02-E3E487A7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C94584-3C6F-BFF8-67C3-7D6AAED8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6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9AAD9-FCF9-D31D-03B8-7C6FA4CB5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0F83CF-FE0F-6C4E-07D6-C6F9DB2A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2FA9DC-DCC4-5BBC-8965-21FE6C84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051E9F-A13A-6FC0-AB32-9147083B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1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B12790-9024-DAF2-0BD8-24BE6E55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79E22-F36D-B26E-A15D-EC3DBF9D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E597E7-FDF0-F95D-C1E8-56CDFFD6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56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FD1C5-9E4A-527C-8520-79BF205B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07FBF-079F-D137-D0D2-5A22B6A28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71E060-26A2-1BBA-1A01-D7C29B7AA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317B2C-2191-B434-41CA-6C58E7C9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FB792F-15E6-7029-41F1-3D14C075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63FE8-072E-87EC-B31D-F8AC3BF6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8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686A4-2AAB-8345-C2F4-85C63800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D719D3-B07A-B271-3101-FF3D23606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6FE7F9-6204-9613-FA27-4EB835264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638157-A0E7-3301-A9CB-3681BEC7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F0210-C97C-2C1A-0CDC-80031EB2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8EE13D-91C2-9C41-DB48-CFF6E675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213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5069B-275B-AEF6-887C-E49AF196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3DB23E-4093-82E1-B8A6-3D3B54B23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922867-D300-1189-7EBF-B18E80F6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2C7C7-C4F4-A021-CDE5-37957C07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B2B7F-0D09-8964-0034-954DC0E0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2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05A1DC-331B-B3CE-56BC-4FCF8A8D9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768468-4C37-65DA-272D-7A0E68921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E6B34F-50DC-47E9-53AB-8A5DA107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BF661-ECD4-FFBC-D58C-4D9141C7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AA94A0-86AA-C938-66CD-CC9FFB50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33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6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16F100-8146-467F-C8DA-8CAE0A1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D72446-0068-0353-32D8-944C9BEBC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DC8CF6-A5D6-7AF9-F8A9-88F853001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3C961-3684-4DD6-94E1-6A4033E7B69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484B0-F069-92AC-2001-9D1AA6C3A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80CAD-2639-CA82-4038-B49DDD372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C79FD-C39D-484F-9CC1-F3D0D8282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58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84.3KG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‘SUPER GRASS’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抓地表现存在波动，鞋底容易吸灰，导致打滑（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
整体舒适性尚可，但仅有个别正向反馈，未形成一致结论（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抓地表现存在波动，鞋底容易吸灰，导致打滑（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
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整体舒适性尚可，但仅有个别正向反馈，未形成一致结论（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1</cp:revision>
  <dcterms:created xsi:type="dcterms:W3CDTF">2026-03-19T02:29:37Z</dcterms:created>
  <dcterms:modified xsi:type="dcterms:W3CDTF">2026-03-19T02:29:43Z</dcterms:modified>
</cp:coreProperties>
</file>