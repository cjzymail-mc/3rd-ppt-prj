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376"/>
    <a:srgbClr val="DCB04B"/>
    <a:srgbClr val="1A1C20"/>
    <a:srgbClr val="F2F2F2"/>
    <a:srgbClr val="A6A6A6"/>
    <a:srgbClr val="FFC000"/>
    <a:srgbClr val="6C968B"/>
    <a:srgbClr val="46BDE7"/>
    <a:srgbClr val="385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5455" autoAdjust="0"/>
  </p:normalViewPr>
  <p:slideViewPr>
    <p:cSldViewPr snapToGrid="0">
      <p:cViewPr varScale="1">
        <p:scale>
          <a:sx n="112" d="100"/>
          <a:sy n="112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20CF9-A20F-463D-9A66-6C44E8B29DB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7E47-7A88-49AF-9514-EBCEF63D2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9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microsoft.com/office/2007/relationships/hdphoto" Target="../media/hdphoto4.wdp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659718" y="201054"/>
            <a:ext cx="0" cy="34291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7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42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952591" y="1304955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6475983" y="1304955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8929037" y="1304955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3952591" y="2852400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6475983" y="2852400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8929037" y="2852400"/>
            <a:ext cx="1823955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3952591" y="1663179"/>
            <a:ext cx="73695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01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6475983" y="1663179"/>
            <a:ext cx="736952" cy="7449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02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8929037" y="1663179"/>
            <a:ext cx="736952" cy="7449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03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952591" y="3210625"/>
            <a:ext cx="736952" cy="7449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6475983" y="3210625"/>
            <a:ext cx="736952" cy="7449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05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8929037" y="3210625"/>
            <a:ext cx="736952" cy="7449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06</a:t>
            </a:r>
            <a:endParaRPr kumimoji="0" lang="zh-CN" altLang="en-US" sz="3200" b="1" i="0" u="none" strike="noStrike" kern="1200" cap="none" spc="0" normalizeH="0" baseline="0" noProof="0" dirty="0">
              <a:ln w="0"/>
              <a:solidFill>
                <a:prstClr val="white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 rot="5400000">
            <a:off x="-2480671" y="3424042"/>
            <a:ext cx="579954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0"/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08581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41837"/>
            <a:ext cx="12192000" cy="5956925"/>
          </a:xfrm>
          <a:prstGeom prst="rect">
            <a:avLst/>
          </a:prstGeom>
          <a:solidFill>
            <a:schemeClr val="bg2">
              <a:lumMod val="2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414268" y="994"/>
            <a:ext cx="625380" cy="650143"/>
          </a:xfrm>
          <a:prstGeom prst="rect">
            <a:avLst/>
          </a:prstGeom>
          <a:solidFill>
            <a:schemeClr val="accent4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495077" y="332664"/>
            <a:ext cx="56215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游猎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4DA78B-5F26-34B3-81BA-7EBC6CC4CE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01" y="30907"/>
            <a:ext cx="376773" cy="411136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57632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猛攻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64816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角逐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02197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Q1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243074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Q2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983951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Q3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724828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Q4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4502197" y="951218"/>
            <a:ext cx="3502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 flipH="1">
            <a:off x="4654477" y="934714"/>
            <a:ext cx="45719" cy="4571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0129" y="122449"/>
            <a:ext cx="377985" cy="32921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6586" y="124982"/>
            <a:ext cx="371888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6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41837"/>
            <a:ext cx="12192000" cy="5956925"/>
          </a:xfrm>
          <a:prstGeom prst="rect">
            <a:avLst/>
          </a:prstGeom>
          <a:solidFill>
            <a:schemeClr val="bg2">
              <a:lumMod val="2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414268" y="994"/>
            <a:ext cx="625380" cy="650143"/>
          </a:xfrm>
          <a:prstGeom prst="rect">
            <a:avLst/>
          </a:prstGeom>
          <a:solidFill>
            <a:schemeClr val="accent4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495077" y="332664"/>
            <a:ext cx="56215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游猎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4DA78B-5F26-34B3-81BA-7EBC6CC4CE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01" y="30907"/>
            <a:ext cx="376773" cy="411136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57632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猛攻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64816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角逐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02197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Q1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243074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Q2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983951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Q3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724828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Q4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5226041" y="951218"/>
            <a:ext cx="3502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 flipH="1">
            <a:off x="5378321" y="934714"/>
            <a:ext cx="45719" cy="4571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0129" y="122449"/>
            <a:ext cx="377985" cy="32921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6586" y="124982"/>
            <a:ext cx="371888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3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41837"/>
            <a:ext cx="12192000" cy="5956925"/>
          </a:xfrm>
          <a:prstGeom prst="rect">
            <a:avLst/>
          </a:prstGeom>
          <a:solidFill>
            <a:schemeClr val="bg2">
              <a:lumMod val="2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489840" y="994"/>
            <a:ext cx="625380" cy="650143"/>
          </a:xfrm>
          <a:prstGeom prst="rect">
            <a:avLst/>
          </a:prstGeom>
          <a:solidFill>
            <a:schemeClr val="accent4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495077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游猎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57632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猛攻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64816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角逐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02197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Q1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243074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Q2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983951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Q3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724828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Q4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5983951" y="951218"/>
            <a:ext cx="3502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 flipH="1">
            <a:off x="6136231" y="934714"/>
            <a:ext cx="45719" cy="4571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0129" y="122449"/>
            <a:ext cx="377985" cy="32921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6586" y="124982"/>
            <a:ext cx="371888" cy="30482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4067" y="27946"/>
            <a:ext cx="364359" cy="39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41837"/>
            <a:ext cx="12192000" cy="5956925"/>
          </a:xfrm>
          <a:prstGeom prst="rect">
            <a:avLst/>
          </a:prstGeom>
          <a:solidFill>
            <a:schemeClr val="bg2">
              <a:lumMod val="2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556431" y="994"/>
            <a:ext cx="625380" cy="650143"/>
          </a:xfrm>
          <a:prstGeom prst="rect">
            <a:avLst/>
          </a:prstGeom>
          <a:solidFill>
            <a:schemeClr val="accent4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495077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游猎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4DA78B-5F26-34B3-81BA-7EBC6CC4CE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01" y="30907"/>
            <a:ext cx="376773" cy="411136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57632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猛攻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648162" y="332664"/>
            <a:ext cx="562155" cy="3191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角逐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02197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Q1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243074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Q2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983951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Q3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724828" y="690113"/>
            <a:ext cx="428497" cy="27430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Q4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6724828" y="951218"/>
            <a:ext cx="3502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 flipH="1">
            <a:off x="6877108" y="934714"/>
            <a:ext cx="45719" cy="45719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0129" y="122449"/>
            <a:ext cx="377985" cy="32921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6586" y="124982"/>
            <a:ext cx="371888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2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2714797" y="2467337"/>
            <a:ext cx="1617752" cy="739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THANK</a:t>
            </a:r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0555318" y="6549111"/>
            <a:ext cx="127470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Back to page one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30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20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69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837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64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423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056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652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07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830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4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日期占位符 3"/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F9C98-3B68-4F9F-A570-D1D7202E4530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2026/2/9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灯片编号占位符 5"/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C3F505-2F0D-429D-B61B-2DCABCD98BC0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2" y="104488"/>
            <a:ext cx="431472" cy="46574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754976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QD SPORTS SCIENCE LABORATORY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3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244155" y="3256782"/>
            <a:ext cx="1529397" cy="504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磨砺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8 PRO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5867" y="2115554"/>
            <a:ext cx="2277207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5567" y="2115554"/>
            <a:ext cx="2277207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43075" y="2115554"/>
            <a:ext cx="2400300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567" y="990195"/>
            <a:ext cx="98187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第一轮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65567" y="1485029"/>
            <a:ext cx="7077807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44798" y="990195"/>
            <a:ext cx="1521070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|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竞技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&amp;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训练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415760" y="1987180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05632" y="1679403"/>
            <a:ext cx="84006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人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75695" y="1679403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405631" y="1679403"/>
            <a:ext cx="0" cy="3077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65566" y="1679403"/>
            <a:ext cx="0" cy="3077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65566" y="1679403"/>
            <a:ext cx="840065" cy="307777"/>
          </a:xfrm>
          <a:prstGeom prst="rect">
            <a:avLst/>
          </a:prstGeom>
          <a:gradFill>
            <a:gsLst>
              <a:gs pos="0">
                <a:srgbClr val="202122"/>
              </a:gs>
              <a:gs pos="91000">
                <a:schemeClr val="dk1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人</a:t>
            </a:r>
          </a:p>
        </p:txBody>
      </p:sp>
      <p:sp>
        <p:nvSpPr>
          <p:cNvPr id="16" name="矩形 15"/>
          <p:cNvSpPr/>
          <p:nvPr/>
        </p:nvSpPr>
        <p:spPr>
          <a:xfrm>
            <a:off x="2245695" y="1679403"/>
            <a:ext cx="84006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人</a:t>
            </a:r>
          </a:p>
        </p:txBody>
      </p:sp>
      <p:sp>
        <p:nvSpPr>
          <p:cNvPr id="18" name="矩形 17"/>
          <p:cNvSpPr/>
          <p:nvPr/>
        </p:nvSpPr>
        <p:spPr>
          <a:xfrm>
            <a:off x="6094871" y="1074593"/>
            <a:ext cx="1548503" cy="346249"/>
          </a:xfrm>
          <a:prstGeom prst="rect">
            <a:avLst/>
          </a:prstGeom>
          <a:gradFill flip="none" rotWithShape="1">
            <a:gsLst>
              <a:gs pos="0">
                <a:srgbClr val="3A3932"/>
              </a:gs>
              <a:gs pos="48000">
                <a:srgbClr val="23231D"/>
              </a:gs>
              <a:gs pos="100000">
                <a:srgbClr val="202122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    两周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- 2025.10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5400000">
            <a:off x="7290333" y="1039968"/>
            <a:ext cx="290583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1375259" y="3042374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37171" y="3042374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55825" y="3042374"/>
            <a:ext cx="13790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58139" y="3042374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14775" y="3341313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75259" y="3341313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37171" y="3341313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00289" y="3341313"/>
            <a:ext cx="93445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58139" y="3341313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14775" y="3640252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75259" y="3640252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37171" y="3640252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205037" y="3635886"/>
            <a:ext cx="188697" cy="217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58139" y="3640252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14775" y="3939191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75259" y="3939191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737171" y="3939191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300289" y="3940381"/>
            <a:ext cx="93445" cy="2132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58139" y="3939191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4775" y="4238130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375259" y="4238130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737171" y="4238130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156343" y="4239320"/>
            <a:ext cx="237391" cy="2132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458139" y="4238130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14775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375259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737171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458139" y="4537069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75695" y="3026467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抓地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75695" y="3325406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包裹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75695" y="3616392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重量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75695" y="3923288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缓震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75695" y="4222223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稳定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75695" y="4521162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耐久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014775" y="3043640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52000" y="3016424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7.0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52000" y="3327289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7.7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52000" y="3626008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6.7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52000" y="3924891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7.7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52000" y="4222222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6.3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952000" y="4519092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6.0</a:t>
            </a:r>
          </a:p>
        </p:txBody>
      </p:sp>
      <p:sp>
        <p:nvSpPr>
          <p:cNvPr id="66" name="矩形 65"/>
          <p:cNvSpPr/>
          <p:nvPr/>
        </p:nvSpPr>
        <p:spPr>
          <a:xfrm>
            <a:off x="565567" y="2113820"/>
            <a:ext cx="2277207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966722" y="2113820"/>
            <a:ext cx="2277207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65566" y="2113820"/>
            <a:ext cx="595446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平均分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65566" y="2216979"/>
            <a:ext cx="719977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6.9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243074" y="2113820"/>
            <a:ext cx="2399445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2245695" y="1987180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3" t="14612" r="12813" b="18215"/>
          <a:stretch/>
        </p:blipFill>
        <p:spPr>
          <a:xfrm>
            <a:off x="8775455" y="2318339"/>
            <a:ext cx="2171700" cy="1005881"/>
          </a:xfrm>
          <a:prstGeom prst="rect">
            <a:avLst/>
          </a:prstGeom>
          <a:effectLst>
            <a:innerShdw blurRad="63500">
              <a:prstClr val="black"/>
            </a:innerShdw>
          </a:effectLst>
        </p:spPr>
      </p:pic>
      <p:sp>
        <p:nvSpPr>
          <p:cNvPr id="77" name="文本框 76"/>
          <p:cNvSpPr txBox="1"/>
          <p:nvPr/>
        </p:nvSpPr>
        <p:spPr>
          <a:xfrm>
            <a:off x="2964157" y="2113820"/>
            <a:ext cx="717684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性能评级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022555" y="2216979"/>
            <a:ext cx="719977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C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274765" y="2270331"/>
            <a:ext cx="258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+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097656" y="3042374"/>
            <a:ext cx="158170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097655" y="3341313"/>
            <a:ext cx="202634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94705" y="3635886"/>
            <a:ext cx="110332" cy="218774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092418" y="3939191"/>
            <a:ext cx="207872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095306" y="4238130"/>
            <a:ext cx="61038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092419" y="4537069"/>
            <a:ext cx="302744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926411" y="3195803"/>
            <a:ext cx="4862934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1.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整体灵活性欠佳，尤其在前掌处，自然弯折点略微靠后同时大拇指处有异物感，整体脚感偏笨重（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3/3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2.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支撑不足体现在后跟内侧，引导足部内扣。（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2/3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3.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鞋身抗扭转刚性较弱，大幅度动作时形变过大，安全感不足（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2/3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4.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整体鞋底重心偏高，稳定性较差（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2/3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5.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室内场地的动态抓地效果一般（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1/3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）</a:t>
            </a:r>
          </a:p>
        </p:txBody>
      </p:sp>
      <p:sp>
        <p:nvSpPr>
          <p:cNvPr id="97" name="圆角矩形 96"/>
          <p:cNvSpPr/>
          <p:nvPr/>
        </p:nvSpPr>
        <p:spPr>
          <a:xfrm>
            <a:off x="9669496" y="3747892"/>
            <a:ext cx="618512" cy="22148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058" y="3735523"/>
            <a:ext cx="6300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巭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Light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3093492" y="3221614"/>
            <a:ext cx="441306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2964156" y="2967041"/>
            <a:ext cx="886961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问题点反馈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78171" y="5039086"/>
            <a:ext cx="2164603" cy="8406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65566" y="5245128"/>
            <a:ext cx="2054542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内线站桩型锋位</a:t>
            </a:r>
          </a:p>
        </p:txBody>
      </p:sp>
      <p:sp>
        <p:nvSpPr>
          <p:cNvPr id="91" name="矩形 90"/>
          <p:cNvSpPr/>
          <p:nvPr/>
        </p:nvSpPr>
        <p:spPr>
          <a:xfrm>
            <a:off x="568159" y="5035353"/>
            <a:ext cx="2274616" cy="2911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65566" y="5072602"/>
            <a:ext cx="745288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球员适配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964155" y="5039086"/>
            <a:ext cx="4678363" cy="8406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2960281" y="5027830"/>
            <a:ext cx="4682238" cy="2911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971229" y="5072602"/>
            <a:ext cx="879887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上脚优先级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533339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训练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708041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接波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882743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比赛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613293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66.7%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87995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66.7%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5962697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0.00%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428" y="4344007"/>
            <a:ext cx="627498" cy="1240584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9249791" y="5625839"/>
            <a:ext cx="1565987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受试者体重：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70±2KG</a:t>
            </a:r>
          </a:p>
        </p:txBody>
      </p:sp>
      <p:sp>
        <p:nvSpPr>
          <p:cNvPr id="116" name="圆角矩形 115"/>
          <p:cNvSpPr/>
          <p:nvPr/>
        </p:nvSpPr>
        <p:spPr>
          <a:xfrm>
            <a:off x="11529785" y="6223025"/>
            <a:ext cx="487591" cy="230476"/>
          </a:xfrm>
          <a:prstGeom prst="roundRect">
            <a:avLst>
              <a:gd name="adj" fmla="val 33296"/>
            </a:avLst>
          </a:prstGeom>
          <a:solidFill>
            <a:srgbClr val="484A40"/>
          </a:solidFill>
          <a:ln w="9525">
            <a:solidFill>
              <a:srgbClr val="7F8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10632211" y="6222313"/>
            <a:ext cx="1017456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室外喷漆水泥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10724324" y="6222669"/>
            <a:ext cx="1293052" cy="230476"/>
          </a:xfrm>
          <a:prstGeom prst="roundRect">
            <a:avLst>
              <a:gd name="adj" fmla="val 33296"/>
            </a:avLst>
          </a:prstGeom>
          <a:noFill/>
          <a:ln w="9525">
            <a:solidFill>
              <a:srgbClr val="7F8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1470266" y="6222313"/>
            <a:ext cx="5928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木地板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377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174</Words>
  <Application>Microsoft Office PowerPoint</Application>
  <PresentationFormat>宽屏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 UI</vt:lpstr>
      <vt:lpstr>等线</vt:lpstr>
      <vt:lpstr>等线 Light</vt:lpstr>
      <vt:lpstr>Arial</vt:lpstr>
      <vt:lpstr>Nirmala UI</vt:lpstr>
      <vt:lpstr>1_Office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147</cp:revision>
  <dcterms:created xsi:type="dcterms:W3CDTF">2025-01-14T08:18:08Z</dcterms:created>
  <dcterms:modified xsi:type="dcterms:W3CDTF">2026-02-09T07:11:54Z</dcterms:modified>
</cp:coreProperties>
</file>