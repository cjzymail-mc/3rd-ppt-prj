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48"/>
    <a:srgbClr val="1E7C4A"/>
    <a:srgbClr val="CFCFCF"/>
    <a:srgbClr val="F3F3F3"/>
    <a:srgbClr val="B01A2B"/>
    <a:srgbClr val="5B9BD5"/>
    <a:srgbClr val="8FC31E"/>
    <a:srgbClr val="84B028"/>
    <a:srgbClr val="737373"/>
    <a:srgbClr val="5E5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5338" autoAdjust="0"/>
  </p:normalViewPr>
  <p:slideViewPr>
    <p:cSldViewPr snapToGrid="0">
      <p:cViewPr varScale="1">
        <p:scale>
          <a:sx n="114" d="100"/>
          <a:sy n="114" d="100"/>
        </p:scale>
        <p:origin x="1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%20and%20Settings\xy29\Desktop\SUPER%20GRASS\&#36229;&#32423;&#33609;&#26681;&#35797;&#3135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篮球鞋试穿反馈!$C$13:$C$19</c:f>
              <c:strCache>
                <c:ptCount val="7"/>
                <c:pt idx="0">
                  <c:v>抓地性（Traction）</c:v>
                </c:pt>
                <c:pt idx="1">
                  <c:v>缓震性（Cushioning）</c:v>
                </c:pt>
                <c:pt idx="2">
                  <c:v>包裹性（Lockdwon）</c:v>
                </c:pt>
                <c:pt idx="3">
                  <c:v>抗扭转性（Torsional Support ）</c:v>
                </c:pt>
                <c:pt idx="4">
                  <c:v>重量&amp;透气性（Weight&amp;Ventilation）</c:v>
                </c:pt>
                <c:pt idx="5">
                  <c:v>防侧翻性（Lateral Stability）</c:v>
                </c:pt>
                <c:pt idx="6">
                  <c:v>耐久性（Durability）</c:v>
                </c:pt>
              </c:strCache>
            </c:strRef>
          </c:cat>
          <c:val>
            <c:numRef>
              <c:f>篮球鞋试穿反馈!$D$13:$D$19</c:f>
              <c:numCache>
                <c:formatCode>0.00_ </c:formatCode>
                <c:ptCount val="7"/>
                <c:pt idx="0">
                  <c:v>8.3333333333333339</c:v>
                </c:pt>
                <c:pt idx="1">
                  <c:v>8.6666666666666661</c:v>
                </c:pt>
                <c:pt idx="2">
                  <c:v>8.3333333333333339</c:v>
                </c:pt>
                <c:pt idx="3">
                  <c:v>8.3333333333333339</c:v>
                </c:pt>
                <c:pt idx="4">
                  <c:v>8.3333333333333339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1-4921-A61F-9A8A229C9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E6856-B405-4FBA-87E6-EBB2FA2EFF5F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7E194-F591-4967-BDE8-9E9553068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8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226776" y="1960685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3226776" y="4088424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43" y="85359"/>
            <a:ext cx="862357" cy="916965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/>
        </p:nvCxnSpPr>
        <p:spPr>
          <a:xfrm>
            <a:off x="2927837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8132883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7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5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6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930614" y="185339"/>
            <a:ext cx="552069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7F11FC-39D1-14D7-640A-8979FC05C52A}"/>
              </a:ext>
            </a:extLst>
          </p:cNvPr>
          <p:cNvSpPr/>
          <p:nvPr/>
        </p:nvSpPr>
        <p:spPr>
          <a:xfrm>
            <a:off x="10449581" y="375019"/>
            <a:ext cx="288032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测试者平均体重：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84.3KG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测试者球场定位：锋、卫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 hangingPunct="0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SUPER GRASS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1367595"/>
              </p:ext>
            </p:extLst>
          </p:nvPr>
        </p:nvGraphicFramePr>
        <p:xfrm>
          <a:off x="3041567" y="314654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前掌内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外侧弯折处均出现卡脚情况（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鞋带孔生涩，在绑缚过程中较难对鞋带进行高效的收紧与放松（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在进行内收步、剪刀步时，前掌外侧橡胶出现明显的挤压第五跖趾关节现象（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在进行一些特定的动作时（行进间急停摆脱防守），出现轻微足外翻，具体位置在相比较前掌而言，后跟内侧支撑略低，但尚能接受（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鞋底容易吸灰，导致打滑（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鞋底在与地面摩擦时无“吱吱吱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”声响，对篮球爱好者来说安全感低。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在室内干净木地板、室外水泥地上均能牢牢地锁定在地面。但在灰尘较大的木地板或塑胶场地上，需要频繁的擦拭鞋底灰尘。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场地感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静态下，前掌填覆材料异物感不明显。在动态下，前掌有明显的马蹄形“气垫”回弹反馈，在无碳板的结构下能给到足够澎湃的触地反馈。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注：三种不同硬度的填覆材料，测试结果为：</a:t>
            </a:r>
            <a:r>
              <a:rPr lang="en-US" altLang="zh-CN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30C</a:t>
            </a: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硬度下，所给到的脚感反馈最佳！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279</Words>
  <Application>Microsoft Office PowerPoint</Application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188</cp:revision>
  <dcterms:created xsi:type="dcterms:W3CDTF">2024-07-30T01:33:59Z</dcterms:created>
  <dcterms:modified xsi:type="dcterms:W3CDTF">2026-02-11T01:10:32Z</dcterms:modified>
</cp:coreProperties>
</file>