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7"/>
              <c:pt idx="0">
                <c:v>抓地性（Traction）</c:v>
              </c:pt>
              <c:pt idx="1">
                <c:v>重量&amp;透气性（Weight&amp;Ventilation）</c:v>
              </c:pt>
              <c:pt idx="2">
                <c:v>缓震性（Cushioning）</c:v>
              </c:pt>
              <c:pt idx="3">
                <c:v>包裹性（Lockdwon）</c:v>
              </c:pt>
              <c:pt idx="4">
                <c:v>抗扭转性（Torsional Support ）</c:v>
              </c:pt>
              <c:pt idx="5">
                <c:v>防侧翻性（Lateral Stability）</c:v>
              </c:pt>
              <c:pt idx="6">
                <c:v>耐久性（Durability）</c:v>
              </c:pt>
            </c:strLit>
          </c:cat>
          <c:val>
            <c:numLit>
              <c:formatCode>General</c:formatCode>
              <c:ptCount val="7"/>
              <c:pt idx="0">
                <c:v>4</c:v>
              </c:pt>
              <c:pt idx="1">
                <c:v>10</c:v>
              </c:pt>
              <c:pt idx="2">
                <c:v>5</c:v>
              </c:pt>
              <c:pt idx="3">
                <c:v>10</c:v>
              </c:pt>
              <c:pt idx="4">
                <c:v>10</c:v>
              </c:pt>
              <c:pt idx="5">
                <c:v>10</c:v>
              </c:pt>
              <c:pt idx="6">
                <c:v>10</c:v>
              </c:pt>
            </c:numLit>
          </c:val>
          <c:extLst>
            <c:ext xmlns:c16="http://schemas.microsoft.com/office/drawing/2014/chart" uri="{C3380CC4-5D6E-409C-BE32-E72D297353CC}">
              <c16:uniqueId val="{00000000-717A-4011-A90B-B56100D252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584554832"/>
        <c:axId val="584549424"/>
        <c:axId val="0"/>
      </c:bar3DChart>
      <c:catAx>
        <c:axId val="5845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4549424"/>
        <c:crosses val="autoZero"/>
        <c:auto val="1"/>
        <c:lblAlgn val="ctr"/>
        <c:lblOffset val="100"/>
        <c:noMultiLvlLbl val="0"/>
      </c:catAx>
      <c:valAx>
        <c:axId val="584549424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4554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D89B7-6629-4C22-9CA4-6E5381636540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AA9C63-71D1-4F2A-AEC3-66D1FAF85A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775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7E194-F591-4967-BDE8-9E9553068FC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844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18B693-B978-9C75-7A97-10FE02C717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311457E-E30A-0353-909F-EF8F9D73C1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7CDCCF-4889-9889-33E8-4B918BC58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B334-CD74-4D5D-86A0-42237A1BF43E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C585D6-B8BD-9C8C-B362-2B4ACDC97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BE0108-62D6-17FA-F4EE-7D0C15E3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72F0-4CE1-4383-991D-6384895A06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802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E33EFA-E561-DF41-B901-A7D6C5F53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137A38-004F-B270-A506-D7B0171E1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76AAE9-C200-3828-8426-ADCF058D2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B334-CD74-4D5D-86A0-42237A1BF43E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835445-4BA5-9C7E-9B31-3FAF60558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773AFD-29E9-CD15-5164-2324CC63A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72F0-4CE1-4383-991D-6384895A06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014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A741AF-6B22-7219-A339-2BB2D5BAF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5E61AF-35B4-34DA-7B1B-743F55E29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A4CC69-8B48-4395-664F-554DAC0C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B334-CD74-4D5D-86A0-42237A1BF43E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C098D9-59BE-6C4B-5240-BB81C82CE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044DDC-1DD1-71C2-6A66-7BDC73C16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72F0-4CE1-4383-991D-6384895A06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969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3A2D30-543A-3A48-1131-FB528A48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35E588-D8DC-7EFD-233C-B5D5ECD34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695C84-4536-42EA-90B5-222E38B35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3A2290-4E12-023E-C8B2-10624A2C4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B334-CD74-4D5D-86A0-42237A1BF43E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F6B489-83AD-2EE8-A767-0E184F586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C766C7-9D4D-EB71-A59E-58BE7954C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72F0-4CE1-4383-991D-6384895A06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078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7F8DEB-8CDE-185E-0368-6F359A3ED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0F66BC-EF34-ED10-D542-3262A7EAB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71523A-0BCA-8198-A130-9FC07B7B1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1BC8A35-FA49-593B-167E-66F0562AB9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20503DB-8A43-E5AF-4B32-7535D52305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0B1F63B-A72E-BE92-271B-75DD022C5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B334-CD74-4D5D-86A0-42237A1BF43E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75B611A-EFF0-30EC-5CC0-0D6A4F6E7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47244E6-7DC9-E1F0-CA59-41DA466C9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72F0-4CE1-4383-991D-6384895A06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735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C4843C-7714-C306-1DF1-1C2B08821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651D6DE-6E69-2D42-1C7C-B44E3D8B6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B334-CD74-4D5D-86A0-42237A1BF43E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36E04-D630-3136-51CC-B0E533017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5C4C784-E688-1E45-948B-EF21A85C6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72F0-4CE1-4383-991D-6384895A06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127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553481E-447C-049C-ACA8-28AD26C7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B334-CD74-4D5D-86A0-42237A1BF43E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8CDD1D9-CE38-518C-661F-7CBD00DBE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ACF8BB-46AB-9DD4-C708-A7A6B70DB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72F0-4CE1-4383-991D-6384895A06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523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19D47-DCDB-4ED6-9E00-94D754CE7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B8F360-EF15-842B-5F7E-659D43049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9CF9EC-7394-1B96-6E56-1F89FFCBE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BC6A0F-4F4D-8439-0907-10346BB0D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B334-CD74-4D5D-86A0-42237A1BF43E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621C0C-B9D6-779C-3FFE-BE2D77D8A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0E8422-0F09-DC1D-957A-8B98B5114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72F0-4CE1-4383-991D-6384895A06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010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2DBBC-0EAC-CA71-D468-9712134C5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4B16F8F-96C4-281E-F781-56C584B50E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467DB2-C04F-DF03-C89C-F37BE69D8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B713F8-2842-AA7E-DA20-E3372779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B334-CD74-4D5D-86A0-42237A1BF43E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A2FDD6-2FC0-0400-B8DE-EC6034590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043F2F-8A7A-DF84-B8BD-268AB87C2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72F0-4CE1-4383-991D-6384895A06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358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4E9114-59BB-65EF-D73A-9D66DFB7A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2E824A-BF18-38B6-37E4-E448A843A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7F52F5-EAF0-AEA7-860A-682AB6329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B334-CD74-4D5D-86A0-42237A1BF43E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083422-FF28-2A7E-B2ED-D81BFF0FD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0A660D-C82B-9D8B-50D4-E4B18BB9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72F0-4CE1-4383-991D-6384895A06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28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53F6DCB-6275-B5C0-8D41-E1E4559C15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117D25-54BA-BFFB-D74C-8994741D64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856A65-21F3-7CE1-D543-A8CA024F9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B334-CD74-4D5D-86A0-42237A1BF43E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CDD33F-8C27-2D8B-E8E2-C81B90306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0B3901-4711-BA37-E170-12F41D3E3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72F0-4CE1-4383-991D-6384895A06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342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280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E072278-A495-7176-32A6-9A11628BE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AF3FF7-43CD-71EB-0FD9-A85C06467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91BABE-521D-069F-18F0-CCB9F129CE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CB334-CD74-4D5D-86A0-42237A1BF43E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4C6BA9-0476-9CF1-9C9C-5C222DF36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A2CFE8-1491-6EFB-80D6-7F2A724D0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A172F0-4CE1-4383-991D-6384895A06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560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2871-22AD-CD04-93E5-4F0D7DBE9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50DEA5D-1F8C-E6C7-F38E-3BF5E45B9769}"/>
              </a:ext>
            </a:extLst>
          </p:cNvPr>
          <p:cNvCxnSpPr/>
          <p:nvPr/>
        </p:nvCxnSpPr>
        <p:spPr>
          <a:xfrm>
            <a:off x="263352" y="2337973"/>
            <a:ext cx="0" cy="4365023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7C47286-FC69-D4E4-D583-85C7677B7966}"/>
              </a:ext>
            </a:extLst>
          </p:cNvPr>
          <p:cNvCxnSpPr/>
          <p:nvPr/>
        </p:nvCxnSpPr>
        <p:spPr>
          <a:xfrm>
            <a:off x="263352" y="6697621"/>
            <a:ext cx="1173730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5DD6B7A-B688-6DA9-176F-5A5DFEEA00EE}"/>
              </a:ext>
            </a:extLst>
          </p:cNvPr>
          <p:cNvCxnSpPr/>
          <p:nvPr/>
        </p:nvCxnSpPr>
        <p:spPr>
          <a:xfrm>
            <a:off x="11986765" y="2420888"/>
            <a:ext cx="0" cy="428210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12C4E460-3A6C-A0B8-A199-E88E7D56AE50}"/>
              </a:ext>
            </a:extLst>
          </p:cNvPr>
          <p:cNvSpPr/>
          <p:nvPr/>
        </p:nvSpPr>
        <p:spPr>
          <a:xfrm>
            <a:off x="9314885" y="314655"/>
            <a:ext cx="1843150" cy="147616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452091F-39DE-516E-A86F-659BE408A02D}"/>
              </a:ext>
            </a:extLst>
          </p:cNvPr>
          <p:cNvCxnSpPr/>
          <p:nvPr/>
        </p:nvCxnSpPr>
        <p:spPr>
          <a:xfrm>
            <a:off x="9192344" y="188640"/>
            <a:ext cx="0" cy="6508981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9D531F9-36DA-34FB-E12A-04412C063202}"/>
              </a:ext>
            </a:extLst>
          </p:cNvPr>
          <p:cNvCxnSpPr/>
          <p:nvPr/>
        </p:nvCxnSpPr>
        <p:spPr>
          <a:xfrm>
            <a:off x="263352" y="188640"/>
            <a:ext cx="1101722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BFC7A53-AA8B-B0EF-CF11-90B5207603D7}"/>
              </a:ext>
            </a:extLst>
          </p:cNvPr>
          <p:cNvCxnSpPr/>
          <p:nvPr/>
        </p:nvCxnSpPr>
        <p:spPr>
          <a:xfrm>
            <a:off x="263352" y="185339"/>
            <a:ext cx="0" cy="579365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F159957-409B-9120-31A3-90231868E118}"/>
              </a:ext>
            </a:extLst>
          </p:cNvPr>
          <p:cNvCxnSpPr/>
          <p:nvPr/>
        </p:nvCxnSpPr>
        <p:spPr>
          <a:xfrm flipV="1">
            <a:off x="9192344" y="2415514"/>
            <a:ext cx="2789094" cy="5374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1DB6164-BA5C-E2C5-92D3-A62FBD08B5D1}"/>
              </a:ext>
            </a:extLst>
          </p:cNvPr>
          <p:cNvCxnSpPr/>
          <p:nvPr/>
        </p:nvCxnSpPr>
        <p:spPr>
          <a:xfrm>
            <a:off x="11280576" y="188640"/>
            <a:ext cx="0" cy="223224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B44C807-C513-55F7-BB5A-5759370D75B2}"/>
              </a:ext>
            </a:extLst>
          </p:cNvPr>
          <p:cNvCxnSpPr/>
          <p:nvPr/>
        </p:nvCxnSpPr>
        <p:spPr>
          <a:xfrm>
            <a:off x="9192344" y="1916832"/>
            <a:ext cx="2088232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F35BB10F-EBCB-A4B1-E2DF-220535271FF7}"/>
              </a:ext>
            </a:extLst>
          </p:cNvPr>
          <p:cNvSpPr/>
          <p:nvPr/>
        </p:nvSpPr>
        <p:spPr>
          <a:xfrm>
            <a:off x="9230509" y="1893819"/>
            <a:ext cx="1974467" cy="4584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8.29/10</a:t>
            </a:r>
            <a:endParaRPr lang="zh-CN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CEB8835-406A-564B-1896-E2E725C2CB96}"/>
              </a:ext>
            </a:extLst>
          </p:cNvPr>
          <p:cNvSpPr/>
          <p:nvPr/>
        </p:nvSpPr>
        <p:spPr>
          <a:xfrm>
            <a:off x="9840416" y="44624"/>
            <a:ext cx="773897" cy="155670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72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</a:t>
            </a:r>
            <a:endParaRPr lang="zh-CN" altLang="en-US" sz="7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48B9329-8CFE-4E4D-2103-764F17732125}"/>
              </a:ext>
            </a:extLst>
          </p:cNvPr>
          <p:cNvCxnSpPr/>
          <p:nvPr/>
        </p:nvCxnSpPr>
        <p:spPr>
          <a:xfrm>
            <a:off x="263352" y="3227063"/>
            <a:ext cx="8928992" cy="0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BE1BE92-E54B-4677-2142-4852FA892F8B}"/>
              </a:ext>
            </a:extLst>
          </p:cNvPr>
          <p:cNvSpPr/>
          <p:nvPr/>
        </p:nvSpPr>
        <p:spPr>
          <a:xfrm>
            <a:off x="311218" y="2337973"/>
            <a:ext cx="2704623" cy="854080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试穿人数：</a:t>
            </a:r>
            <a:r>
              <a:rPr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人
测试者平均体重：</a:t>
            </a:r>
            <a:r>
              <a:rPr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84.3KG
</a:t>
            </a:r>
            <a:r>
              <a:rPr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测试者球场定位：速度型后卫、突投结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FE8141-3EF8-DBB5-DC05-C376CE4943C0}"/>
              </a:ext>
            </a:extLst>
          </p:cNvPr>
          <p:cNvSpPr/>
          <p:nvPr/>
        </p:nvSpPr>
        <p:spPr>
          <a:xfrm>
            <a:off x="9196387" y="2415514"/>
            <a:ext cx="2785051" cy="32661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DE70494-1D94-5B53-200B-3831A13B19F9}"/>
              </a:ext>
            </a:extLst>
          </p:cNvPr>
          <p:cNvCxnSpPr/>
          <p:nvPr/>
        </p:nvCxnSpPr>
        <p:spPr>
          <a:xfrm>
            <a:off x="5692599" y="3284417"/>
            <a:ext cx="0" cy="3447692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0" name="图片 39">
            <a:extLst>
              <a:ext uri="{FF2B5EF4-FFF2-40B4-BE49-F238E27FC236}">
                <a16:creationId xmlns:a16="http://schemas.microsoft.com/office/drawing/2014/main" id="{C5758638-8F56-A657-1C99-5CCB8D6C370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28" b="24973"/>
          <a:stretch/>
        </p:blipFill>
        <p:spPr>
          <a:xfrm>
            <a:off x="278790" y="987483"/>
            <a:ext cx="2614510" cy="11277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2B42C03E-06F3-D01E-F474-736165E793C2}"/>
              </a:ext>
            </a:extLst>
          </p:cNvPr>
          <p:cNvSpPr/>
          <p:nvPr/>
        </p:nvSpPr>
        <p:spPr>
          <a:xfrm>
            <a:off x="263352" y="192792"/>
            <a:ext cx="2752489" cy="571912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58502D-576B-6C89-24AF-E760030EC50F}"/>
              </a:ext>
            </a:extLst>
          </p:cNvPr>
          <p:cNvSpPr txBox="1"/>
          <p:nvPr/>
        </p:nvSpPr>
        <p:spPr>
          <a:xfrm>
            <a:off x="188387" y="241588"/>
            <a:ext cx="3200492" cy="461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defTabSz="457200" hangingPunct="0"/>
            <a:r>
              <a:rPr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‘SUPER GRASS’</a:t>
            </a:r>
            <a:endParaRPr kumimoji="0" lang="zh-CN" altLang="en-US" sz="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楷体" panose="02010609060101010101" pitchFamily="49" charset="-122"/>
              <a:ea typeface="楷体" panose="02010609060101010101" pitchFamily="49" charset="-122"/>
              <a:sym typeface="Arial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11E37340-F6D0-F899-62FA-DA4731BEE932}"/>
              </a:ext>
            </a:extLst>
          </p:cNvPr>
          <p:cNvCxnSpPr/>
          <p:nvPr/>
        </p:nvCxnSpPr>
        <p:spPr>
          <a:xfrm>
            <a:off x="3015841" y="185339"/>
            <a:ext cx="0" cy="1812349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136896C7-0B6C-262C-802E-48BF59BAAEF2}"/>
              </a:ext>
            </a:extLst>
          </p:cNvPr>
          <p:cNvSpPr/>
          <p:nvPr/>
        </p:nvSpPr>
        <p:spPr>
          <a:xfrm>
            <a:off x="256585" y="3310258"/>
            <a:ext cx="5294413" cy="31393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舒适性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】
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整体穿着脚感舒适（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1/3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
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止滑性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】
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抓地表现有提及（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1/3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6B25D678-3B68-D983-3D9D-A325506B9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70" y="3115693"/>
            <a:ext cx="379660" cy="404154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505BE928-C9B9-002F-6818-DB405601F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1111" y="3148091"/>
            <a:ext cx="379660" cy="404154"/>
          </a:xfrm>
          <a:prstGeom prst="rect">
            <a:avLst/>
          </a:prstGeom>
        </p:spPr>
      </p:pic>
      <p:sp>
        <p:nvSpPr>
          <p:cNvPr id="78" name="矩形 77">
            <a:extLst>
              <a:ext uri="{FF2B5EF4-FFF2-40B4-BE49-F238E27FC236}">
                <a16:creationId xmlns:a16="http://schemas.microsoft.com/office/drawing/2014/main" id="{98A7A975-90D3-C2F4-28A0-5B741523D152}"/>
              </a:ext>
            </a:extLst>
          </p:cNvPr>
          <p:cNvSpPr/>
          <p:nvPr/>
        </p:nvSpPr>
        <p:spPr>
          <a:xfrm>
            <a:off x="5725020" y="3310258"/>
            <a:ext cx="3484386" cy="286232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止滑性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】
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抓地表现有提及。
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舒适性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】
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整体穿着脚感舒适。</a:t>
            </a:r>
            <a:endParaRPr lang="en-US" altLang="zh-CN" sz="1200" b="1" dirty="0">
              <a:solidFill>
                <a:srgbClr val="1E7C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CFB63C-5BA7-CCAE-C088-64467DEF277C}"/>
              </a:ext>
            </a:extLst>
          </p:cNvPr>
          <p:cNvSpPr/>
          <p:nvPr/>
        </p:nvSpPr>
        <p:spPr>
          <a:xfrm>
            <a:off x="2409648" y="595529"/>
            <a:ext cx="69281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First round</a:t>
            </a:r>
            <a:endParaRPr lang="zh-CN" altLang="en-US" sz="8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19" name="图表 44">
            <a:extLst>
              <a:ext uri="{FF2B5EF4-FFF2-40B4-BE49-F238E27FC236}">
                <a16:creationId xmlns:a16="http://schemas.microsoft.com/office/drawing/2014/main" id="{C1BC75A2-27B3-3F68-EFE7-7569403389C6}"/>
              </a:ext>
            </a:extLst>
          </p:cNvPr>
          <p:cNvGraphicFramePr>
            <a:graphicFrameLocks/>
          </p:cNvGraphicFramePr>
          <p:nvPr/>
        </p:nvGraphicFramePr>
        <p:xfrm>
          <a:off x="3071664" y="290013"/>
          <a:ext cx="5934011" cy="2850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758356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楷体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陈晶</dc:creator>
  <cp:lastModifiedBy>陈晶</cp:lastModifiedBy>
  <cp:revision>1</cp:revision>
  <dcterms:created xsi:type="dcterms:W3CDTF">2026-03-18T08:01:52Z</dcterms:created>
  <dcterms:modified xsi:type="dcterms:W3CDTF">2026-03-18T08:01:58Z</dcterms:modified>
</cp:coreProperties>
</file>