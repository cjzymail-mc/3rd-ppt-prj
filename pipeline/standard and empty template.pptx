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950" r:id="rId2"/>
    <p:sldId id="297" r:id="rId3"/>
  </p:sldIdLst>
  <p:sldSz cx="12192000" cy="6858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Arial"/>
        <a:ea typeface="Arial"/>
        <a:cs typeface="Arial"/>
        <a:sym typeface="Arial"/>
      </a:defRPr>
    </a:lvl1pPr>
    <a:lvl2pPr marL="0" marR="0" indent="4572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Arial"/>
        <a:ea typeface="Arial"/>
        <a:cs typeface="Arial"/>
        <a:sym typeface="Arial"/>
      </a:defRPr>
    </a:lvl2pPr>
    <a:lvl3pPr marL="0" marR="0" indent="9144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Arial"/>
        <a:ea typeface="Arial"/>
        <a:cs typeface="Arial"/>
        <a:sym typeface="Arial"/>
      </a:defRPr>
    </a:lvl3pPr>
    <a:lvl4pPr marL="0" marR="0" indent="13716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Arial"/>
        <a:ea typeface="Arial"/>
        <a:cs typeface="Arial"/>
        <a:sym typeface="Arial"/>
      </a:defRPr>
    </a:lvl4pPr>
    <a:lvl5pPr marL="0" marR="0" indent="18288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Arial"/>
        <a:ea typeface="Arial"/>
        <a:cs typeface="Arial"/>
        <a:sym typeface="Arial"/>
      </a:defRPr>
    </a:lvl5pPr>
    <a:lvl6pPr marL="0" marR="0" indent="22860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Arial"/>
        <a:ea typeface="Arial"/>
        <a:cs typeface="Arial"/>
        <a:sym typeface="Arial"/>
      </a:defRPr>
    </a:lvl6pPr>
    <a:lvl7pPr marL="0" marR="0" indent="27432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Arial"/>
        <a:ea typeface="Arial"/>
        <a:cs typeface="Arial"/>
        <a:sym typeface="Arial"/>
      </a:defRPr>
    </a:lvl7pPr>
    <a:lvl8pPr marL="0" marR="0" indent="32004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Arial"/>
        <a:ea typeface="Arial"/>
        <a:cs typeface="Arial"/>
        <a:sym typeface="Arial"/>
      </a:defRPr>
    </a:lvl8pPr>
    <a:lvl9pPr marL="0" marR="0" indent="36576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024">
          <p15:clr>
            <a:srgbClr val="A4A3A4"/>
          </p15:clr>
        </p15:guide>
        <p15:guide id="2" pos="3939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82540"/>
    <a:srgbClr val="04B555"/>
    <a:srgbClr val="CACACA"/>
    <a:srgbClr val="C3E0FF"/>
    <a:srgbClr val="F5ADAF"/>
    <a:srgbClr val="E16776"/>
    <a:srgbClr val="E9BDDD"/>
    <a:srgbClr val="4BA1FF"/>
    <a:srgbClr val="6393BC"/>
    <a:srgbClr val="26314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680" autoAdjust="0"/>
    <p:restoredTop sz="65688" autoAdjust="0"/>
  </p:normalViewPr>
  <p:slideViewPr>
    <p:cSldViewPr>
      <p:cViewPr varScale="1">
        <p:scale>
          <a:sx n="84" d="100"/>
          <a:sy n="84" d="100"/>
        </p:scale>
        <p:origin x="1830" y="78"/>
      </p:cViewPr>
      <p:guideLst>
        <p:guide orient="horz" pos="2024"/>
        <p:guide pos="3939"/>
      </p:guideLst>
    </p:cSldViewPr>
  </p:slideViewPr>
  <p:notesTextViewPr>
    <p:cViewPr>
      <p:scale>
        <a:sx n="75" d="100"/>
        <a:sy n="75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NULL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view3D>
      <c:rotX val="15"/>
      <c:rotY val="20"/>
      <c:depthPercent val="100"/>
      <c:rAngAx val="1"/>
    </c:view3D>
    <c:floor>
      <c:thickness val="0"/>
      <c:spPr>
        <a:noFill/>
        <a:ln>
          <a:noFill/>
        </a:ln>
        <a:effectLst/>
        <a:sp3d/>
      </c:spPr>
    </c:floor>
    <c:sideWall>
      <c:thickness val="0"/>
      <c:spPr>
        <a:noFill/>
        <a:ln>
          <a:noFill/>
        </a:ln>
        <a:effectLst/>
        <a:sp3d/>
      </c:spPr>
    </c:sideWall>
    <c:backWall>
      <c:thickness val="0"/>
      <c:spPr>
        <a:noFill/>
        <a:ln>
          <a:noFill/>
        </a:ln>
        <a:effectLst/>
        <a:sp3d/>
      </c:spPr>
    </c:backWall>
    <c:plotArea>
      <c:layout/>
      <c:bar3DChart>
        <c:barDir val="bar"/>
        <c:grouping val="clustered"/>
        <c:varyColors val="0"/>
        <c:ser>
          <c:idx val="0"/>
          <c:order val="0"/>
          <c:spPr>
            <a:solidFill>
              <a:srgbClr val="C00000"/>
            </a:solidFill>
            <a:ln>
              <a:noFill/>
            </a:ln>
            <a:effectLst/>
            <a:sp3d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5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zh-CN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篮球鞋试穿问卷!$D$20:$D$26</c:f>
              <c:strCache>
                <c:ptCount val="7"/>
                <c:pt idx="0">
                  <c:v>抓地性（Traction）</c:v>
                </c:pt>
                <c:pt idx="1">
                  <c:v>缓震性（Cushioning）</c:v>
                </c:pt>
                <c:pt idx="2">
                  <c:v>包裹性（Lockdwon）</c:v>
                </c:pt>
                <c:pt idx="3">
                  <c:v>抗扭转性（Torsional Support ）</c:v>
                </c:pt>
                <c:pt idx="4">
                  <c:v>重量&amp;透气性（Weight&amp;Ventilation）</c:v>
                </c:pt>
                <c:pt idx="5">
                  <c:v>防侧翻性（Lateral Stability）</c:v>
                </c:pt>
                <c:pt idx="6">
                  <c:v>耐久性（Durability）</c:v>
                </c:pt>
              </c:strCache>
            </c:strRef>
          </c:cat>
          <c:val>
            <c:numRef>
              <c:f>篮球鞋试穿问卷!$E$20:$E$26</c:f>
              <c:numCache>
                <c:formatCode>0.00</c:formatCode>
                <c:ptCount val="7"/>
                <c:pt idx="0">
                  <c:v>8.3333333333333339</c:v>
                </c:pt>
                <c:pt idx="1">
                  <c:v>8.6666666666666661</c:v>
                </c:pt>
                <c:pt idx="2">
                  <c:v>8.3333333333333339</c:v>
                </c:pt>
                <c:pt idx="3">
                  <c:v>8.3333333333333339</c:v>
                </c:pt>
                <c:pt idx="4">
                  <c:v>8.3333333333333339</c:v>
                </c:pt>
                <c:pt idx="5">
                  <c:v>8</c:v>
                </c:pt>
                <c:pt idx="6">
                  <c:v>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17A-4011-A90B-B56100D252B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shape val="box"/>
        <c:axId val="584554832"/>
        <c:axId val="584549424"/>
        <c:axId val="0"/>
      </c:bar3DChart>
      <c:catAx>
        <c:axId val="584554832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50" b="1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584549424"/>
        <c:crosses val="autoZero"/>
        <c:auto val="1"/>
        <c:lblAlgn val="ctr"/>
        <c:lblOffset val="100"/>
        <c:noMultiLvlLbl val="0"/>
      </c:catAx>
      <c:valAx>
        <c:axId val="584549424"/>
        <c:scaling>
          <c:orientation val="minMax"/>
          <c:min val="0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.0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1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584554832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CN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8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Shape 6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 dirty="0"/>
          </a:p>
        </p:txBody>
      </p:sp>
      <p:sp>
        <p:nvSpPr>
          <p:cNvPr id="62" name="Shape 62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825761992"/>
      </p:ext>
    </p:extLst>
  </p:cSld>
  <p:clrMap bg1="lt1" tx1="dk1" bg2="lt2" tx2="dk2" accent1="accent1" accent2="accent2" accent3="accent3" accent4="accent4" accent5="accent5" accent6="accent6" hlink="hlink" folHlink="folHlink"/>
  <p:notesStyle>
    <a:lvl1pPr latinLnBrk="0">
      <a:defRPr sz="1200">
        <a:latin typeface="+mj-lt"/>
        <a:ea typeface="+mj-ea"/>
        <a:cs typeface="+mj-cs"/>
        <a:sym typeface="等线" panose="02010600030101010101" charset="-122"/>
      </a:defRPr>
    </a:lvl1pPr>
    <a:lvl2pPr indent="228600" latinLnBrk="0">
      <a:defRPr sz="1200">
        <a:latin typeface="+mj-lt"/>
        <a:ea typeface="+mj-ea"/>
        <a:cs typeface="+mj-cs"/>
        <a:sym typeface="等线" panose="02010600030101010101" charset="-122"/>
      </a:defRPr>
    </a:lvl2pPr>
    <a:lvl3pPr indent="457200" latinLnBrk="0">
      <a:defRPr sz="1200">
        <a:latin typeface="+mj-lt"/>
        <a:ea typeface="+mj-ea"/>
        <a:cs typeface="+mj-cs"/>
        <a:sym typeface="等线" panose="02010600030101010101" charset="-122"/>
      </a:defRPr>
    </a:lvl3pPr>
    <a:lvl4pPr indent="685800" latinLnBrk="0">
      <a:defRPr sz="1200">
        <a:latin typeface="+mj-lt"/>
        <a:ea typeface="+mj-ea"/>
        <a:cs typeface="+mj-cs"/>
        <a:sym typeface="等线" panose="02010600030101010101" charset="-122"/>
      </a:defRPr>
    </a:lvl4pPr>
    <a:lvl5pPr indent="914400" latinLnBrk="0">
      <a:defRPr sz="1200">
        <a:latin typeface="+mj-lt"/>
        <a:ea typeface="+mj-ea"/>
        <a:cs typeface="+mj-cs"/>
        <a:sym typeface="等线" panose="02010600030101010101" charset="-122"/>
      </a:defRPr>
    </a:lvl5pPr>
    <a:lvl6pPr indent="1143000" latinLnBrk="0">
      <a:defRPr sz="1200">
        <a:latin typeface="+mj-lt"/>
        <a:ea typeface="+mj-ea"/>
        <a:cs typeface="+mj-cs"/>
        <a:sym typeface="等线" panose="02010600030101010101" charset="-122"/>
      </a:defRPr>
    </a:lvl6pPr>
    <a:lvl7pPr indent="1371600" latinLnBrk="0">
      <a:defRPr sz="1200">
        <a:latin typeface="+mj-lt"/>
        <a:ea typeface="+mj-ea"/>
        <a:cs typeface="+mj-cs"/>
        <a:sym typeface="等线" panose="02010600030101010101" charset="-122"/>
      </a:defRPr>
    </a:lvl7pPr>
    <a:lvl8pPr indent="1600200" latinLnBrk="0">
      <a:defRPr sz="1200">
        <a:latin typeface="+mj-lt"/>
        <a:ea typeface="+mj-ea"/>
        <a:cs typeface="+mj-cs"/>
        <a:sym typeface="等线" panose="02010600030101010101" charset="-122"/>
      </a:defRPr>
    </a:lvl8pPr>
    <a:lvl9pPr indent="1828800" latinLnBrk="0">
      <a:defRPr sz="1200">
        <a:latin typeface="+mj-lt"/>
        <a:ea typeface="+mj-ea"/>
        <a:cs typeface="+mj-cs"/>
        <a:sym typeface="等线" panose="02010600030101010101" charset="-122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777E194-F591-4967-BDE8-9E9553068FC5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8884444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5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8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4" descr="C:\Users\Administrator\Desktop\222.jpg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-1"/>
            <a:ext cx="12192000" cy="6860829"/>
          </a:xfrm>
          <a:prstGeom prst="rect">
            <a:avLst/>
          </a:prstGeom>
          <a:noFill/>
        </p:spPr>
      </p:pic>
      <p:pic>
        <p:nvPicPr>
          <p:cNvPr id="2" name="图片 1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172700" y="5200650"/>
            <a:ext cx="2019300" cy="1657350"/>
          </a:xfrm>
          <a:prstGeom prst="rect">
            <a:avLst/>
          </a:prstGeom>
        </p:spPr>
      </p:pic>
      <p:sp>
        <p:nvSpPr>
          <p:cNvPr id="4" name="文本框 11"/>
          <p:cNvSpPr txBox="1"/>
          <p:nvPr userDrawn="1"/>
        </p:nvSpPr>
        <p:spPr>
          <a:xfrm rot="19675288">
            <a:off x="340136" y="3333205"/>
            <a:ext cx="2813412" cy="738662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="horz" wrap="square" lIns="45719" tIns="45719" rIns="45719" bIns="45719" numCol="1" spcCol="38100" rtlCol="0" anchor="t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indent="0" algn="ctr" defTabSz="45720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en-US" altLang="zh-CN" sz="1400" dirty="0">
                <a:solidFill>
                  <a:schemeClr val="tx2">
                    <a:lumMod val="20000"/>
                    <a:lumOff val="80000"/>
                  </a:schemeClr>
                </a:solidFill>
              </a:rPr>
              <a:t>QD Sports Science Laboratory</a:t>
            </a:r>
          </a:p>
          <a:p>
            <a:pPr marL="0" marR="0" indent="0" algn="ctr" defTabSz="45720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1400" b="0" i="0" u="none" strike="noStrike" cap="none" spc="0" normalizeH="0" baseline="0" dirty="0">
                <a:ln>
                  <a:noFill/>
                </a:ln>
                <a:solidFill>
                  <a:schemeClr val="tx2">
                    <a:lumMod val="20000"/>
                    <a:lumOff val="80000"/>
                  </a:schemeClr>
                </a:solidFill>
                <a:effectLst/>
                <a:uFillTx/>
                <a:latin typeface="Arial"/>
                <a:ea typeface="Arial"/>
                <a:cs typeface="Arial"/>
                <a:sym typeface="Arial"/>
              </a:rPr>
              <a:t>乔丹科学实验室</a:t>
            </a:r>
          </a:p>
        </p:txBody>
      </p:sp>
      <p:sp>
        <p:nvSpPr>
          <p:cNvPr id="5" name="文本框 11"/>
          <p:cNvSpPr txBox="1"/>
          <p:nvPr userDrawn="1"/>
        </p:nvSpPr>
        <p:spPr>
          <a:xfrm rot="19675288">
            <a:off x="3321202" y="3333205"/>
            <a:ext cx="2813412" cy="738662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="horz" wrap="square" lIns="45719" tIns="45719" rIns="45719" bIns="45719" numCol="1" spcCol="38100" rtlCol="0" anchor="t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indent="0" algn="ctr" defTabSz="45720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en-US" altLang="zh-CN" sz="1400" dirty="0">
                <a:solidFill>
                  <a:schemeClr val="tx2">
                    <a:lumMod val="20000"/>
                    <a:lumOff val="80000"/>
                  </a:schemeClr>
                </a:solidFill>
              </a:rPr>
              <a:t>QD Sports Science Laboratory</a:t>
            </a:r>
          </a:p>
          <a:p>
            <a:pPr marL="0" marR="0" indent="0" algn="ctr" defTabSz="45720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1400" b="0" i="0" u="none" strike="noStrike" cap="none" spc="0" normalizeH="0" baseline="0" dirty="0">
                <a:ln>
                  <a:noFill/>
                </a:ln>
                <a:solidFill>
                  <a:schemeClr val="tx2">
                    <a:lumMod val="20000"/>
                    <a:lumOff val="80000"/>
                  </a:schemeClr>
                </a:solidFill>
                <a:effectLst/>
                <a:uFillTx/>
                <a:latin typeface="Arial"/>
                <a:ea typeface="Arial"/>
                <a:cs typeface="Arial"/>
                <a:sym typeface="Arial"/>
              </a:rPr>
              <a:t>乔丹科学实验室</a:t>
            </a:r>
          </a:p>
        </p:txBody>
      </p:sp>
      <p:sp>
        <p:nvSpPr>
          <p:cNvPr id="6" name="文本框 11"/>
          <p:cNvSpPr txBox="1"/>
          <p:nvPr userDrawn="1"/>
        </p:nvSpPr>
        <p:spPr>
          <a:xfrm rot="19675288">
            <a:off x="6242638" y="3333204"/>
            <a:ext cx="2813412" cy="738662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="horz" wrap="square" lIns="45719" tIns="45719" rIns="45719" bIns="45719" numCol="1" spcCol="38100" rtlCol="0" anchor="t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indent="0" algn="ctr" defTabSz="45720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en-US" altLang="zh-CN" sz="1400" dirty="0">
                <a:solidFill>
                  <a:schemeClr val="tx2">
                    <a:lumMod val="20000"/>
                    <a:lumOff val="80000"/>
                  </a:schemeClr>
                </a:solidFill>
              </a:rPr>
              <a:t>QD Sports Science Laboratory</a:t>
            </a:r>
          </a:p>
          <a:p>
            <a:pPr marL="0" marR="0" indent="0" algn="ctr" defTabSz="45720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1400" b="0" i="0" u="none" strike="noStrike" cap="none" spc="0" normalizeH="0" baseline="0" dirty="0">
                <a:ln>
                  <a:noFill/>
                </a:ln>
                <a:solidFill>
                  <a:schemeClr val="tx2">
                    <a:lumMod val="20000"/>
                    <a:lumOff val="80000"/>
                  </a:schemeClr>
                </a:solidFill>
                <a:effectLst/>
                <a:uFillTx/>
                <a:latin typeface="Arial"/>
                <a:ea typeface="Arial"/>
                <a:cs typeface="Arial"/>
                <a:sym typeface="Arial"/>
              </a:rPr>
              <a:t>乔丹科学实验室</a:t>
            </a:r>
          </a:p>
        </p:txBody>
      </p:sp>
      <p:sp>
        <p:nvSpPr>
          <p:cNvPr id="7" name="文本框 11"/>
          <p:cNvSpPr txBox="1"/>
          <p:nvPr userDrawn="1"/>
        </p:nvSpPr>
        <p:spPr>
          <a:xfrm rot="19675288">
            <a:off x="9397217" y="3333204"/>
            <a:ext cx="2813412" cy="738662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="horz" wrap="square" lIns="45719" tIns="45719" rIns="45719" bIns="45719" numCol="1" spcCol="38100" rtlCol="0" anchor="t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indent="0" algn="ctr" defTabSz="45720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en-US" altLang="zh-CN" sz="1400" dirty="0">
                <a:solidFill>
                  <a:schemeClr val="tx2">
                    <a:lumMod val="20000"/>
                    <a:lumOff val="80000"/>
                  </a:schemeClr>
                </a:solidFill>
              </a:rPr>
              <a:t>QD Sports Science Laboratory</a:t>
            </a:r>
          </a:p>
          <a:p>
            <a:pPr marL="0" marR="0" indent="0" algn="ctr" defTabSz="45720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1400" b="0" i="0" u="none" strike="noStrike" cap="none" spc="0" normalizeH="0" baseline="0" dirty="0">
                <a:ln>
                  <a:noFill/>
                </a:ln>
                <a:solidFill>
                  <a:schemeClr val="tx2">
                    <a:lumMod val="20000"/>
                    <a:lumOff val="80000"/>
                  </a:schemeClr>
                </a:solidFill>
                <a:effectLst/>
                <a:uFillTx/>
                <a:latin typeface="Arial"/>
                <a:ea typeface="Arial"/>
                <a:cs typeface="Arial"/>
                <a:sym typeface="Arial"/>
              </a:rPr>
              <a:t>乔丹科学实验室</a:t>
            </a:r>
          </a:p>
        </p:txBody>
      </p:sp>
      <p:sp>
        <p:nvSpPr>
          <p:cNvPr id="9" name="文本框 8"/>
          <p:cNvSpPr txBox="1"/>
          <p:nvPr userDrawn="1"/>
        </p:nvSpPr>
        <p:spPr>
          <a:xfrm rot="19675288">
            <a:off x="340136" y="1234935"/>
            <a:ext cx="2813412" cy="738662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="horz" wrap="square" lIns="45719" tIns="45719" rIns="45719" bIns="45719" numCol="1" spcCol="38100" rtlCol="0" anchor="t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indent="0" algn="ctr" defTabSz="45720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en-US" altLang="zh-CN" sz="1400" dirty="0">
                <a:solidFill>
                  <a:schemeClr val="tx2">
                    <a:lumMod val="20000"/>
                    <a:lumOff val="80000"/>
                  </a:schemeClr>
                </a:solidFill>
              </a:rPr>
              <a:t>QD Sports Science Laboratory</a:t>
            </a:r>
          </a:p>
          <a:p>
            <a:pPr marL="0" marR="0" indent="0" algn="ctr" defTabSz="45720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1400" b="0" i="0" u="none" strike="noStrike" cap="none" spc="0" normalizeH="0" baseline="0" dirty="0">
                <a:ln>
                  <a:noFill/>
                </a:ln>
                <a:solidFill>
                  <a:schemeClr val="tx2">
                    <a:lumMod val="20000"/>
                    <a:lumOff val="80000"/>
                  </a:schemeClr>
                </a:solidFill>
                <a:effectLst/>
                <a:uFillTx/>
                <a:latin typeface="Arial"/>
                <a:ea typeface="Arial"/>
                <a:cs typeface="Arial"/>
                <a:sym typeface="Arial"/>
              </a:rPr>
              <a:t>乔丹科学实验室</a:t>
            </a:r>
          </a:p>
        </p:txBody>
      </p:sp>
      <p:sp>
        <p:nvSpPr>
          <p:cNvPr id="10" name="文本框 11"/>
          <p:cNvSpPr txBox="1"/>
          <p:nvPr userDrawn="1"/>
        </p:nvSpPr>
        <p:spPr>
          <a:xfrm rot="19675288">
            <a:off x="3321202" y="1234935"/>
            <a:ext cx="2813412" cy="738662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="horz" wrap="square" lIns="45719" tIns="45719" rIns="45719" bIns="45719" numCol="1" spcCol="38100" rtlCol="0" anchor="t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indent="0" algn="ctr" defTabSz="45720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en-US" altLang="zh-CN" sz="1400" dirty="0">
                <a:solidFill>
                  <a:schemeClr val="tx2">
                    <a:lumMod val="20000"/>
                    <a:lumOff val="80000"/>
                  </a:schemeClr>
                </a:solidFill>
              </a:rPr>
              <a:t>QD Sports Science Laboratory</a:t>
            </a:r>
          </a:p>
          <a:p>
            <a:pPr marL="0" marR="0" indent="0" algn="ctr" defTabSz="45720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1400" b="0" i="0" u="none" strike="noStrike" cap="none" spc="0" normalizeH="0" baseline="0" dirty="0">
                <a:ln>
                  <a:noFill/>
                </a:ln>
                <a:solidFill>
                  <a:schemeClr val="tx2">
                    <a:lumMod val="20000"/>
                    <a:lumOff val="80000"/>
                  </a:schemeClr>
                </a:solidFill>
                <a:effectLst/>
                <a:uFillTx/>
                <a:latin typeface="Arial"/>
                <a:ea typeface="Arial"/>
                <a:cs typeface="Arial"/>
                <a:sym typeface="Arial"/>
              </a:rPr>
              <a:t>乔丹科学实验室</a:t>
            </a:r>
          </a:p>
        </p:txBody>
      </p:sp>
      <p:sp>
        <p:nvSpPr>
          <p:cNvPr id="11" name="文本框 11"/>
          <p:cNvSpPr txBox="1"/>
          <p:nvPr userDrawn="1"/>
        </p:nvSpPr>
        <p:spPr>
          <a:xfrm rot="19675288">
            <a:off x="6242638" y="1234934"/>
            <a:ext cx="2813412" cy="738662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="horz" wrap="square" lIns="45719" tIns="45719" rIns="45719" bIns="45719" numCol="1" spcCol="38100" rtlCol="0" anchor="t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indent="0" algn="ctr" defTabSz="45720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en-US" altLang="zh-CN" sz="1400" dirty="0">
                <a:solidFill>
                  <a:schemeClr val="tx2">
                    <a:lumMod val="20000"/>
                    <a:lumOff val="80000"/>
                  </a:schemeClr>
                </a:solidFill>
              </a:rPr>
              <a:t>QD Sports Science Laboratory</a:t>
            </a:r>
          </a:p>
          <a:p>
            <a:pPr marL="0" marR="0" indent="0" algn="ctr" defTabSz="45720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1400" b="0" i="0" u="none" strike="noStrike" cap="none" spc="0" normalizeH="0" baseline="0" dirty="0">
                <a:ln>
                  <a:noFill/>
                </a:ln>
                <a:solidFill>
                  <a:schemeClr val="tx2">
                    <a:lumMod val="20000"/>
                    <a:lumOff val="80000"/>
                  </a:schemeClr>
                </a:solidFill>
                <a:effectLst/>
                <a:uFillTx/>
                <a:latin typeface="Arial"/>
                <a:ea typeface="Arial"/>
                <a:cs typeface="Arial"/>
                <a:sym typeface="Arial"/>
              </a:rPr>
              <a:t>乔丹科学实验室</a:t>
            </a:r>
          </a:p>
        </p:txBody>
      </p:sp>
      <p:sp>
        <p:nvSpPr>
          <p:cNvPr id="12" name="文本框 11"/>
          <p:cNvSpPr txBox="1"/>
          <p:nvPr userDrawn="1"/>
        </p:nvSpPr>
        <p:spPr>
          <a:xfrm rot="19675288">
            <a:off x="9397217" y="1234934"/>
            <a:ext cx="2813412" cy="738662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="horz" wrap="square" lIns="45719" tIns="45719" rIns="45719" bIns="45719" numCol="1" spcCol="38100" rtlCol="0" anchor="t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indent="0" algn="ctr" defTabSz="45720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en-US" altLang="zh-CN" sz="1400" dirty="0">
                <a:solidFill>
                  <a:schemeClr val="tx2">
                    <a:lumMod val="20000"/>
                    <a:lumOff val="80000"/>
                  </a:schemeClr>
                </a:solidFill>
              </a:rPr>
              <a:t>QD Sports Science Laboratory</a:t>
            </a:r>
          </a:p>
          <a:p>
            <a:pPr marL="0" marR="0" indent="0" algn="ctr" defTabSz="45720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1400" b="0" i="0" u="none" strike="noStrike" cap="none" spc="0" normalizeH="0" baseline="0" dirty="0">
                <a:ln>
                  <a:noFill/>
                </a:ln>
                <a:solidFill>
                  <a:schemeClr val="tx2">
                    <a:lumMod val="20000"/>
                    <a:lumOff val="80000"/>
                  </a:schemeClr>
                </a:solidFill>
                <a:effectLst/>
                <a:uFillTx/>
                <a:latin typeface="Arial"/>
                <a:ea typeface="Arial"/>
                <a:cs typeface="Arial"/>
                <a:sym typeface="Arial"/>
              </a:rPr>
              <a:t>乔丹科学实验室</a:t>
            </a:r>
          </a:p>
        </p:txBody>
      </p:sp>
      <p:sp>
        <p:nvSpPr>
          <p:cNvPr id="13" name="文本框 11"/>
          <p:cNvSpPr txBox="1"/>
          <p:nvPr userDrawn="1"/>
        </p:nvSpPr>
        <p:spPr>
          <a:xfrm rot="19675288">
            <a:off x="340136" y="5457139"/>
            <a:ext cx="2813412" cy="738662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="horz" wrap="square" lIns="45719" tIns="45719" rIns="45719" bIns="45719" numCol="1" spcCol="38100" rtlCol="0" anchor="t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indent="0" algn="ctr" defTabSz="45720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en-US" altLang="zh-CN" sz="1400" dirty="0">
                <a:solidFill>
                  <a:schemeClr val="tx2">
                    <a:lumMod val="20000"/>
                    <a:lumOff val="80000"/>
                  </a:schemeClr>
                </a:solidFill>
              </a:rPr>
              <a:t>QD Sports Science Laboratory</a:t>
            </a:r>
          </a:p>
          <a:p>
            <a:pPr marL="0" marR="0" indent="0" algn="ctr" defTabSz="45720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1400" b="0" i="0" u="none" strike="noStrike" cap="none" spc="0" normalizeH="0" baseline="0" dirty="0">
                <a:ln>
                  <a:noFill/>
                </a:ln>
                <a:solidFill>
                  <a:schemeClr val="tx2">
                    <a:lumMod val="20000"/>
                    <a:lumOff val="80000"/>
                  </a:schemeClr>
                </a:solidFill>
                <a:effectLst/>
                <a:uFillTx/>
                <a:latin typeface="Arial"/>
                <a:ea typeface="Arial"/>
                <a:cs typeface="Arial"/>
                <a:sym typeface="Arial"/>
              </a:rPr>
              <a:t>乔丹科学实验室</a:t>
            </a:r>
          </a:p>
        </p:txBody>
      </p:sp>
      <p:sp>
        <p:nvSpPr>
          <p:cNvPr id="14" name="文本框 11"/>
          <p:cNvSpPr txBox="1"/>
          <p:nvPr userDrawn="1"/>
        </p:nvSpPr>
        <p:spPr>
          <a:xfrm rot="19675288">
            <a:off x="3321202" y="5457139"/>
            <a:ext cx="2813412" cy="738662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="horz" wrap="square" lIns="45719" tIns="45719" rIns="45719" bIns="45719" numCol="1" spcCol="38100" rtlCol="0" anchor="t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indent="0" algn="ctr" defTabSz="45720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en-US" altLang="zh-CN" sz="1400" dirty="0">
                <a:solidFill>
                  <a:schemeClr val="tx2">
                    <a:lumMod val="20000"/>
                    <a:lumOff val="80000"/>
                  </a:schemeClr>
                </a:solidFill>
              </a:rPr>
              <a:t>QD Sports Science Laboratory</a:t>
            </a:r>
          </a:p>
          <a:p>
            <a:pPr marL="0" marR="0" indent="0" algn="ctr" defTabSz="45720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1400" b="0" i="0" u="none" strike="noStrike" cap="none" spc="0" normalizeH="0" baseline="0" dirty="0">
                <a:ln>
                  <a:noFill/>
                </a:ln>
                <a:solidFill>
                  <a:schemeClr val="tx2">
                    <a:lumMod val="20000"/>
                    <a:lumOff val="80000"/>
                  </a:schemeClr>
                </a:solidFill>
                <a:effectLst/>
                <a:uFillTx/>
                <a:latin typeface="Arial"/>
                <a:ea typeface="Arial"/>
                <a:cs typeface="Arial"/>
                <a:sym typeface="Arial"/>
              </a:rPr>
              <a:t>乔丹科学实验室</a:t>
            </a:r>
          </a:p>
        </p:txBody>
      </p:sp>
      <p:sp>
        <p:nvSpPr>
          <p:cNvPr id="15" name="文本框 11"/>
          <p:cNvSpPr txBox="1"/>
          <p:nvPr userDrawn="1"/>
        </p:nvSpPr>
        <p:spPr>
          <a:xfrm rot="19675288">
            <a:off x="6242638" y="5457138"/>
            <a:ext cx="2813412" cy="738662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="horz" wrap="square" lIns="45719" tIns="45719" rIns="45719" bIns="45719" numCol="1" spcCol="38100" rtlCol="0" anchor="t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indent="0" algn="ctr" defTabSz="45720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en-US" altLang="zh-CN" sz="1400" dirty="0">
                <a:solidFill>
                  <a:schemeClr val="tx2">
                    <a:lumMod val="20000"/>
                    <a:lumOff val="80000"/>
                  </a:schemeClr>
                </a:solidFill>
              </a:rPr>
              <a:t>QD Sports Science Laboratory</a:t>
            </a:r>
          </a:p>
          <a:p>
            <a:pPr marL="0" marR="0" indent="0" algn="ctr" defTabSz="45720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1400" b="0" i="0" u="none" strike="noStrike" cap="none" spc="0" normalizeH="0" baseline="0" dirty="0">
                <a:ln>
                  <a:noFill/>
                </a:ln>
                <a:solidFill>
                  <a:schemeClr val="tx2">
                    <a:lumMod val="20000"/>
                    <a:lumOff val="80000"/>
                  </a:schemeClr>
                </a:solidFill>
                <a:effectLst/>
                <a:uFillTx/>
                <a:latin typeface="Arial"/>
                <a:ea typeface="Arial"/>
                <a:cs typeface="Arial"/>
                <a:sym typeface="Arial"/>
              </a:rPr>
              <a:t>乔丹科学实验室</a:t>
            </a:r>
          </a:p>
        </p:txBody>
      </p:sp>
      <p:sp>
        <p:nvSpPr>
          <p:cNvPr id="16" name="文本框 11"/>
          <p:cNvSpPr txBox="1"/>
          <p:nvPr userDrawn="1"/>
        </p:nvSpPr>
        <p:spPr>
          <a:xfrm rot="19675288">
            <a:off x="9397217" y="5457138"/>
            <a:ext cx="2813412" cy="738662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="horz" wrap="square" lIns="45719" tIns="45719" rIns="45719" bIns="45719" numCol="1" spcCol="38100" rtlCol="0" anchor="t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indent="0" algn="ctr" defTabSz="45720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en-US" altLang="zh-CN" sz="1400" dirty="0">
                <a:solidFill>
                  <a:schemeClr val="tx2">
                    <a:lumMod val="20000"/>
                    <a:lumOff val="80000"/>
                  </a:schemeClr>
                </a:solidFill>
              </a:rPr>
              <a:t>QD Sports Science Laboratory</a:t>
            </a:r>
          </a:p>
          <a:p>
            <a:pPr marL="0" marR="0" indent="0" algn="ctr" defTabSz="45720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1400" b="0" i="0" u="none" strike="noStrike" cap="none" spc="0" normalizeH="0" baseline="0" dirty="0">
                <a:ln>
                  <a:noFill/>
                </a:ln>
                <a:solidFill>
                  <a:schemeClr val="tx2">
                    <a:lumMod val="20000"/>
                    <a:lumOff val="80000"/>
                  </a:schemeClr>
                </a:solidFill>
                <a:effectLst/>
                <a:uFillTx/>
                <a:latin typeface="Arial"/>
                <a:ea typeface="Arial"/>
                <a:cs typeface="Arial"/>
                <a:sym typeface="Arial"/>
              </a:rPr>
              <a:t>乔丹科学实验室</a:t>
            </a:r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DFC0C0-F3C1-46A6-B1E0-38A19114CB16}" type="datetimeFigureOut">
              <a:rPr lang="zh-CN" altLang="en-US" smtClean="0"/>
              <a:t>2026/3/16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D9BB5D0-35E4-459D-AEF3-FE4D7C45CC1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9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4" descr="C:\Users\Administrator\Desktop\222.jpg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-1"/>
            <a:ext cx="12192000" cy="6860829"/>
          </a:xfrm>
          <a:prstGeom prst="rect">
            <a:avLst/>
          </a:prstGeom>
          <a:noFill/>
        </p:spPr>
      </p:pic>
      <p:pic>
        <p:nvPicPr>
          <p:cNvPr id="2" name="图片 1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172700" y="5200650"/>
            <a:ext cx="2019300" cy="1657350"/>
          </a:xfrm>
          <a:prstGeom prst="rect">
            <a:avLst/>
          </a:prstGeom>
        </p:spPr>
      </p:pic>
      <p:sp>
        <p:nvSpPr>
          <p:cNvPr id="5" name="文本框 11"/>
          <p:cNvSpPr txBox="1"/>
          <p:nvPr userDrawn="1"/>
        </p:nvSpPr>
        <p:spPr>
          <a:xfrm rot="19675288">
            <a:off x="340136" y="3333205"/>
            <a:ext cx="2813412" cy="738662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="horz" wrap="square" lIns="45719" tIns="45719" rIns="45719" bIns="45719" numCol="1" spcCol="38100" rtlCol="0" anchor="t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indent="0" algn="ctr" defTabSz="45720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en-US" altLang="zh-CN" sz="1400" dirty="0">
                <a:solidFill>
                  <a:schemeClr val="tx2">
                    <a:lumMod val="20000"/>
                    <a:lumOff val="80000"/>
                  </a:schemeClr>
                </a:solidFill>
              </a:rPr>
              <a:t>QD Sports Science Laboratory</a:t>
            </a:r>
          </a:p>
          <a:p>
            <a:pPr marL="0" marR="0" indent="0" algn="ctr" defTabSz="45720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1400" b="0" i="0" u="none" strike="noStrike" cap="none" spc="0" normalizeH="0" baseline="0" dirty="0">
                <a:ln>
                  <a:noFill/>
                </a:ln>
                <a:solidFill>
                  <a:schemeClr val="tx2">
                    <a:lumMod val="20000"/>
                    <a:lumOff val="80000"/>
                  </a:schemeClr>
                </a:solidFill>
                <a:effectLst/>
                <a:uFillTx/>
                <a:latin typeface="Arial"/>
                <a:ea typeface="Arial"/>
                <a:cs typeface="Arial"/>
                <a:sym typeface="Arial"/>
              </a:rPr>
              <a:t>乔丹科学实验室</a:t>
            </a:r>
          </a:p>
        </p:txBody>
      </p:sp>
      <p:sp>
        <p:nvSpPr>
          <p:cNvPr id="9" name="文本框 11"/>
          <p:cNvSpPr txBox="1"/>
          <p:nvPr userDrawn="1"/>
        </p:nvSpPr>
        <p:spPr>
          <a:xfrm rot="19675288">
            <a:off x="3321202" y="3333205"/>
            <a:ext cx="2813412" cy="738662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="horz" wrap="square" lIns="45719" tIns="45719" rIns="45719" bIns="45719" numCol="1" spcCol="38100" rtlCol="0" anchor="t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indent="0" algn="ctr" defTabSz="45720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en-US" altLang="zh-CN" sz="1400" dirty="0">
                <a:solidFill>
                  <a:schemeClr val="tx2">
                    <a:lumMod val="20000"/>
                    <a:lumOff val="80000"/>
                  </a:schemeClr>
                </a:solidFill>
              </a:rPr>
              <a:t>QD Sports Science Laboratory</a:t>
            </a:r>
          </a:p>
          <a:p>
            <a:pPr marL="0" marR="0" indent="0" algn="ctr" defTabSz="45720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1400" b="0" i="0" u="none" strike="noStrike" cap="none" spc="0" normalizeH="0" baseline="0" dirty="0">
                <a:ln>
                  <a:noFill/>
                </a:ln>
                <a:solidFill>
                  <a:schemeClr val="tx2">
                    <a:lumMod val="20000"/>
                    <a:lumOff val="80000"/>
                  </a:schemeClr>
                </a:solidFill>
                <a:effectLst/>
                <a:uFillTx/>
                <a:latin typeface="Arial"/>
                <a:ea typeface="Arial"/>
                <a:cs typeface="Arial"/>
                <a:sym typeface="Arial"/>
              </a:rPr>
              <a:t>乔丹科学实验室</a:t>
            </a:r>
          </a:p>
        </p:txBody>
      </p:sp>
      <p:sp>
        <p:nvSpPr>
          <p:cNvPr id="10" name="文本框 11"/>
          <p:cNvSpPr txBox="1"/>
          <p:nvPr userDrawn="1"/>
        </p:nvSpPr>
        <p:spPr>
          <a:xfrm rot="19675288">
            <a:off x="6242638" y="3333204"/>
            <a:ext cx="2813412" cy="738662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="horz" wrap="square" lIns="45719" tIns="45719" rIns="45719" bIns="45719" numCol="1" spcCol="38100" rtlCol="0" anchor="t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indent="0" algn="ctr" defTabSz="45720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en-US" altLang="zh-CN" sz="1400" dirty="0">
                <a:solidFill>
                  <a:schemeClr val="tx2">
                    <a:lumMod val="20000"/>
                    <a:lumOff val="80000"/>
                  </a:schemeClr>
                </a:solidFill>
              </a:rPr>
              <a:t>QD Sports Science Laboratory</a:t>
            </a:r>
          </a:p>
          <a:p>
            <a:pPr marL="0" marR="0" indent="0" algn="ctr" defTabSz="45720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1400" b="0" i="0" u="none" strike="noStrike" cap="none" spc="0" normalizeH="0" baseline="0" dirty="0">
                <a:ln>
                  <a:noFill/>
                </a:ln>
                <a:solidFill>
                  <a:schemeClr val="tx2">
                    <a:lumMod val="20000"/>
                    <a:lumOff val="80000"/>
                  </a:schemeClr>
                </a:solidFill>
                <a:effectLst/>
                <a:uFillTx/>
                <a:latin typeface="Arial"/>
                <a:ea typeface="Arial"/>
                <a:cs typeface="Arial"/>
                <a:sym typeface="Arial"/>
              </a:rPr>
              <a:t>乔丹科学实验室</a:t>
            </a:r>
          </a:p>
        </p:txBody>
      </p:sp>
      <p:sp>
        <p:nvSpPr>
          <p:cNvPr id="11" name="文本框 11"/>
          <p:cNvSpPr txBox="1"/>
          <p:nvPr userDrawn="1"/>
        </p:nvSpPr>
        <p:spPr>
          <a:xfrm rot="19675288">
            <a:off x="9397217" y="3333204"/>
            <a:ext cx="2813412" cy="738662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="horz" wrap="square" lIns="45719" tIns="45719" rIns="45719" bIns="45719" numCol="1" spcCol="38100" rtlCol="0" anchor="t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indent="0" algn="ctr" defTabSz="45720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en-US" altLang="zh-CN" sz="1400" dirty="0">
                <a:solidFill>
                  <a:schemeClr val="tx2">
                    <a:lumMod val="20000"/>
                    <a:lumOff val="80000"/>
                  </a:schemeClr>
                </a:solidFill>
              </a:rPr>
              <a:t>QD Sports Science Laboratory</a:t>
            </a:r>
          </a:p>
          <a:p>
            <a:pPr marL="0" marR="0" indent="0" algn="ctr" defTabSz="45720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1400" b="0" i="0" u="none" strike="noStrike" cap="none" spc="0" normalizeH="0" baseline="0" dirty="0">
                <a:ln>
                  <a:noFill/>
                </a:ln>
                <a:solidFill>
                  <a:schemeClr val="tx2">
                    <a:lumMod val="20000"/>
                    <a:lumOff val="80000"/>
                  </a:schemeClr>
                </a:solidFill>
                <a:effectLst/>
                <a:uFillTx/>
                <a:latin typeface="Arial"/>
                <a:ea typeface="Arial"/>
                <a:cs typeface="Arial"/>
                <a:sym typeface="Arial"/>
              </a:rPr>
              <a:t>乔丹科学实验室</a:t>
            </a:r>
          </a:p>
        </p:txBody>
      </p:sp>
      <p:sp>
        <p:nvSpPr>
          <p:cNvPr id="12" name="文本框 11"/>
          <p:cNvSpPr txBox="1"/>
          <p:nvPr userDrawn="1"/>
        </p:nvSpPr>
        <p:spPr>
          <a:xfrm rot="19675288">
            <a:off x="340136" y="1234935"/>
            <a:ext cx="2813412" cy="738662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="horz" wrap="square" lIns="45719" tIns="45719" rIns="45719" bIns="45719" numCol="1" spcCol="38100" rtlCol="0" anchor="t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indent="0" algn="ctr" defTabSz="45720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en-US" altLang="zh-CN" sz="1400" dirty="0">
                <a:solidFill>
                  <a:schemeClr val="tx2">
                    <a:lumMod val="20000"/>
                    <a:lumOff val="80000"/>
                  </a:schemeClr>
                </a:solidFill>
              </a:rPr>
              <a:t>QD Sports Science Laboratory</a:t>
            </a:r>
          </a:p>
          <a:p>
            <a:pPr marL="0" marR="0" indent="0" algn="ctr" defTabSz="45720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1400" b="0" i="0" u="none" strike="noStrike" cap="none" spc="0" normalizeH="0" baseline="0" dirty="0">
                <a:ln>
                  <a:noFill/>
                </a:ln>
                <a:solidFill>
                  <a:schemeClr val="tx2">
                    <a:lumMod val="20000"/>
                    <a:lumOff val="80000"/>
                  </a:schemeClr>
                </a:solidFill>
                <a:effectLst/>
                <a:uFillTx/>
                <a:latin typeface="Arial"/>
                <a:ea typeface="Arial"/>
                <a:cs typeface="Arial"/>
                <a:sym typeface="Arial"/>
              </a:rPr>
              <a:t>乔丹科学实验室</a:t>
            </a:r>
          </a:p>
        </p:txBody>
      </p:sp>
      <p:sp>
        <p:nvSpPr>
          <p:cNvPr id="13" name="文本框 11"/>
          <p:cNvSpPr txBox="1"/>
          <p:nvPr userDrawn="1"/>
        </p:nvSpPr>
        <p:spPr>
          <a:xfrm rot="19675288">
            <a:off x="3321202" y="1234935"/>
            <a:ext cx="2813412" cy="738662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="horz" wrap="square" lIns="45719" tIns="45719" rIns="45719" bIns="45719" numCol="1" spcCol="38100" rtlCol="0" anchor="t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indent="0" algn="ctr" defTabSz="45720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en-US" altLang="zh-CN" sz="1400" dirty="0">
                <a:solidFill>
                  <a:schemeClr val="tx2">
                    <a:lumMod val="20000"/>
                    <a:lumOff val="80000"/>
                  </a:schemeClr>
                </a:solidFill>
              </a:rPr>
              <a:t>QD Sports Science Laboratory</a:t>
            </a:r>
          </a:p>
          <a:p>
            <a:pPr marL="0" marR="0" indent="0" algn="ctr" defTabSz="45720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1400" b="0" i="0" u="none" strike="noStrike" cap="none" spc="0" normalizeH="0" baseline="0" dirty="0">
                <a:ln>
                  <a:noFill/>
                </a:ln>
                <a:solidFill>
                  <a:schemeClr val="tx2">
                    <a:lumMod val="20000"/>
                    <a:lumOff val="80000"/>
                  </a:schemeClr>
                </a:solidFill>
                <a:effectLst/>
                <a:uFillTx/>
                <a:latin typeface="Arial"/>
                <a:ea typeface="Arial"/>
                <a:cs typeface="Arial"/>
                <a:sym typeface="Arial"/>
              </a:rPr>
              <a:t>乔丹科学实验室</a:t>
            </a:r>
          </a:p>
        </p:txBody>
      </p:sp>
      <p:sp>
        <p:nvSpPr>
          <p:cNvPr id="14" name="文本框 11"/>
          <p:cNvSpPr txBox="1"/>
          <p:nvPr userDrawn="1"/>
        </p:nvSpPr>
        <p:spPr>
          <a:xfrm rot="19675288">
            <a:off x="6242638" y="1234934"/>
            <a:ext cx="2813412" cy="738662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="horz" wrap="square" lIns="45719" tIns="45719" rIns="45719" bIns="45719" numCol="1" spcCol="38100" rtlCol="0" anchor="t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indent="0" algn="ctr" defTabSz="45720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en-US" altLang="zh-CN" sz="1400" dirty="0">
                <a:solidFill>
                  <a:schemeClr val="tx2">
                    <a:lumMod val="20000"/>
                    <a:lumOff val="80000"/>
                  </a:schemeClr>
                </a:solidFill>
              </a:rPr>
              <a:t>QD Sports Science Laboratory</a:t>
            </a:r>
          </a:p>
          <a:p>
            <a:pPr marL="0" marR="0" indent="0" algn="ctr" defTabSz="45720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1400" b="0" i="0" u="none" strike="noStrike" cap="none" spc="0" normalizeH="0" baseline="0" dirty="0">
                <a:ln>
                  <a:noFill/>
                </a:ln>
                <a:solidFill>
                  <a:schemeClr val="tx2">
                    <a:lumMod val="20000"/>
                    <a:lumOff val="80000"/>
                  </a:schemeClr>
                </a:solidFill>
                <a:effectLst/>
                <a:uFillTx/>
                <a:latin typeface="Arial"/>
                <a:ea typeface="Arial"/>
                <a:cs typeface="Arial"/>
                <a:sym typeface="Arial"/>
              </a:rPr>
              <a:t>乔丹科学实验室</a:t>
            </a:r>
          </a:p>
        </p:txBody>
      </p:sp>
      <p:sp>
        <p:nvSpPr>
          <p:cNvPr id="15" name="文本框 11"/>
          <p:cNvSpPr txBox="1"/>
          <p:nvPr userDrawn="1"/>
        </p:nvSpPr>
        <p:spPr>
          <a:xfrm rot="19675288">
            <a:off x="9397217" y="1234934"/>
            <a:ext cx="2813412" cy="738662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="horz" wrap="square" lIns="45719" tIns="45719" rIns="45719" bIns="45719" numCol="1" spcCol="38100" rtlCol="0" anchor="t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indent="0" algn="ctr" defTabSz="45720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en-US" altLang="zh-CN" sz="1400" dirty="0">
                <a:solidFill>
                  <a:schemeClr val="tx2">
                    <a:lumMod val="20000"/>
                    <a:lumOff val="80000"/>
                  </a:schemeClr>
                </a:solidFill>
              </a:rPr>
              <a:t>QD Sports Science Laboratory</a:t>
            </a:r>
          </a:p>
          <a:p>
            <a:pPr marL="0" marR="0" indent="0" algn="ctr" defTabSz="45720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1400" b="0" i="0" u="none" strike="noStrike" cap="none" spc="0" normalizeH="0" baseline="0" dirty="0">
                <a:ln>
                  <a:noFill/>
                </a:ln>
                <a:solidFill>
                  <a:schemeClr val="tx2">
                    <a:lumMod val="20000"/>
                    <a:lumOff val="80000"/>
                  </a:schemeClr>
                </a:solidFill>
                <a:effectLst/>
                <a:uFillTx/>
                <a:latin typeface="Arial"/>
                <a:ea typeface="Arial"/>
                <a:cs typeface="Arial"/>
                <a:sym typeface="Arial"/>
              </a:rPr>
              <a:t>乔丹科学实验室</a:t>
            </a:r>
          </a:p>
        </p:txBody>
      </p:sp>
      <p:sp>
        <p:nvSpPr>
          <p:cNvPr id="16" name="文本框 11"/>
          <p:cNvSpPr txBox="1"/>
          <p:nvPr userDrawn="1"/>
        </p:nvSpPr>
        <p:spPr>
          <a:xfrm rot="19675288">
            <a:off x="340136" y="5457139"/>
            <a:ext cx="2813412" cy="738662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="horz" wrap="square" lIns="45719" tIns="45719" rIns="45719" bIns="45719" numCol="1" spcCol="38100" rtlCol="0" anchor="t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indent="0" algn="ctr" defTabSz="45720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en-US" altLang="zh-CN" sz="1400" dirty="0">
                <a:solidFill>
                  <a:schemeClr val="tx2">
                    <a:lumMod val="20000"/>
                    <a:lumOff val="80000"/>
                  </a:schemeClr>
                </a:solidFill>
              </a:rPr>
              <a:t>QD Sports Science Laboratory</a:t>
            </a:r>
          </a:p>
          <a:p>
            <a:pPr marL="0" marR="0" indent="0" algn="ctr" defTabSz="45720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1400" b="0" i="0" u="none" strike="noStrike" cap="none" spc="0" normalizeH="0" baseline="0" dirty="0">
                <a:ln>
                  <a:noFill/>
                </a:ln>
                <a:solidFill>
                  <a:schemeClr val="tx2">
                    <a:lumMod val="20000"/>
                    <a:lumOff val="80000"/>
                  </a:schemeClr>
                </a:solidFill>
                <a:effectLst/>
                <a:uFillTx/>
                <a:latin typeface="Arial"/>
                <a:ea typeface="Arial"/>
                <a:cs typeface="Arial"/>
                <a:sym typeface="Arial"/>
              </a:rPr>
              <a:t>乔丹科学实验室</a:t>
            </a:r>
          </a:p>
        </p:txBody>
      </p:sp>
      <p:sp>
        <p:nvSpPr>
          <p:cNvPr id="17" name="文本框 11"/>
          <p:cNvSpPr txBox="1"/>
          <p:nvPr userDrawn="1"/>
        </p:nvSpPr>
        <p:spPr>
          <a:xfrm rot="19675288">
            <a:off x="3321202" y="5457139"/>
            <a:ext cx="2813412" cy="738662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="horz" wrap="square" lIns="45719" tIns="45719" rIns="45719" bIns="45719" numCol="1" spcCol="38100" rtlCol="0" anchor="t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indent="0" algn="ctr" defTabSz="45720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en-US" altLang="zh-CN" sz="1400" dirty="0">
                <a:solidFill>
                  <a:schemeClr val="tx2">
                    <a:lumMod val="20000"/>
                    <a:lumOff val="80000"/>
                  </a:schemeClr>
                </a:solidFill>
              </a:rPr>
              <a:t>QD Sports Science Laboratory</a:t>
            </a:r>
          </a:p>
          <a:p>
            <a:pPr marL="0" marR="0" indent="0" algn="ctr" defTabSz="45720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1400" b="0" i="0" u="none" strike="noStrike" cap="none" spc="0" normalizeH="0" baseline="0" dirty="0">
                <a:ln>
                  <a:noFill/>
                </a:ln>
                <a:solidFill>
                  <a:schemeClr val="tx2">
                    <a:lumMod val="20000"/>
                    <a:lumOff val="80000"/>
                  </a:schemeClr>
                </a:solidFill>
                <a:effectLst/>
                <a:uFillTx/>
                <a:latin typeface="Arial"/>
                <a:ea typeface="Arial"/>
                <a:cs typeface="Arial"/>
                <a:sym typeface="Arial"/>
              </a:rPr>
              <a:t>乔丹科学实验室</a:t>
            </a:r>
          </a:p>
        </p:txBody>
      </p:sp>
      <p:sp>
        <p:nvSpPr>
          <p:cNvPr id="18" name="文本框 11"/>
          <p:cNvSpPr txBox="1"/>
          <p:nvPr userDrawn="1"/>
        </p:nvSpPr>
        <p:spPr>
          <a:xfrm rot="19675288">
            <a:off x="6242638" y="5457138"/>
            <a:ext cx="2813412" cy="738662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="horz" wrap="square" lIns="45719" tIns="45719" rIns="45719" bIns="45719" numCol="1" spcCol="38100" rtlCol="0" anchor="t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indent="0" algn="ctr" defTabSz="45720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en-US" altLang="zh-CN" sz="1400" dirty="0">
                <a:solidFill>
                  <a:schemeClr val="tx2">
                    <a:lumMod val="20000"/>
                    <a:lumOff val="80000"/>
                  </a:schemeClr>
                </a:solidFill>
              </a:rPr>
              <a:t>QD Sports Science Laboratory</a:t>
            </a:r>
          </a:p>
          <a:p>
            <a:pPr marL="0" marR="0" indent="0" algn="ctr" defTabSz="45720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1400" b="0" i="0" u="none" strike="noStrike" cap="none" spc="0" normalizeH="0" baseline="0" dirty="0">
                <a:ln>
                  <a:noFill/>
                </a:ln>
                <a:solidFill>
                  <a:schemeClr val="tx2">
                    <a:lumMod val="20000"/>
                    <a:lumOff val="80000"/>
                  </a:schemeClr>
                </a:solidFill>
                <a:effectLst/>
                <a:uFillTx/>
                <a:latin typeface="Arial"/>
                <a:ea typeface="Arial"/>
                <a:cs typeface="Arial"/>
                <a:sym typeface="Arial"/>
              </a:rPr>
              <a:t>乔丹科学实验室</a:t>
            </a:r>
          </a:p>
        </p:txBody>
      </p:sp>
      <p:sp>
        <p:nvSpPr>
          <p:cNvPr id="19" name="文本框 11"/>
          <p:cNvSpPr txBox="1"/>
          <p:nvPr userDrawn="1"/>
        </p:nvSpPr>
        <p:spPr>
          <a:xfrm rot="19675288">
            <a:off x="9397217" y="5457138"/>
            <a:ext cx="2813412" cy="738662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="horz" wrap="square" lIns="45719" tIns="45719" rIns="45719" bIns="45719" numCol="1" spcCol="38100" rtlCol="0" anchor="t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indent="0" algn="ctr" defTabSz="45720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en-US" altLang="zh-CN" sz="1400" dirty="0">
                <a:solidFill>
                  <a:schemeClr val="tx2">
                    <a:lumMod val="20000"/>
                    <a:lumOff val="80000"/>
                  </a:schemeClr>
                </a:solidFill>
              </a:rPr>
              <a:t>QD Sports Science Laboratory</a:t>
            </a:r>
          </a:p>
          <a:p>
            <a:pPr marL="0" marR="0" indent="0" algn="ctr" defTabSz="45720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1400" b="0" i="0" u="none" strike="noStrike" cap="none" spc="0" normalizeH="0" baseline="0" dirty="0">
                <a:ln>
                  <a:noFill/>
                </a:ln>
                <a:solidFill>
                  <a:schemeClr val="tx2">
                    <a:lumMod val="20000"/>
                    <a:lumOff val="80000"/>
                  </a:schemeClr>
                </a:solidFill>
                <a:effectLst/>
                <a:uFillTx/>
                <a:latin typeface="Arial"/>
                <a:ea typeface="Arial"/>
                <a:cs typeface="Arial"/>
                <a:sym typeface="Arial"/>
              </a:rPr>
              <a:t>乔丹科学实验室</a:t>
            </a:r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图片 9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1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860945" y="58695"/>
            <a:ext cx="1228725" cy="990600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 userDrawn="1"/>
        </p:nvPicPr>
        <p:blipFill>
          <a:blip r:embed="rId4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-20000" contrast="-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29643" y="0"/>
            <a:ext cx="862357" cy="9169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7944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占位符 4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6" name="文本占位符 5"/>
          <p:cNvSpPr>
            <a:spLocks noGrp="1"/>
          </p:cNvSpPr>
          <p:nvPr>
            <p:ph type="body" idx="1"/>
          </p:nvPr>
        </p:nvSpPr>
        <p:spPr>
          <a:xfrm>
            <a:off x="609600" y="1600200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2"/>
          </p:nvPr>
        </p:nvSpPr>
        <p:spPr>
          <a:xfrm>
            <a:off x="609600" y="6356350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1DFC0C0-F3C1-46A6-B1E0-38A19114CB16}" type="datetimeFigureOut">
              <a:rPr lang="zh-CN" altLang="en-US" smtClean="0"/>
              <a:t>2026/3/16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3"/>
          </p:nvPr>
        </p:nvSpPr>
        <p:spPr>
          <a:xfrm>
            <a:off x="4165600" y="6356350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2" r:id="rId1"/>
    <p:sldLayoutId id="2147483653" r:id="rId2"/>
    <p:sldLayoutId id="2147483654" r:id="rId3"/>
    <p:sldLayoutId id="2147483655" r:id="rId4"/>
  </p:sldLayoutIdLst>
  <p:transition spd="med"/>
  <p:txStyles>
    <p:titleStyle>
      <a:lvl1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Arial"/>
          <a:ea typeface="Arial"/>
          <a:cs typeface="Arial"/>
          <a:sym typeface="Arial"/>
        </a:defRPr>
      </a:lvl1pPr>
      <a:lvl2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Arial"/>
          <a:ea typeface="Arial"/>
          <a:cs typeface="Arial"/>
          <a:sym typeface="Arial"/>
        </a:defRPr>
      </a:lvl2pPr>
      <a:lvl3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Arial"/>
          <a:ea typeface="Arial"/>
          <a:cs typeface="Arial"/>
          <a:sym typeface="Arial"/>
        </a:defRPr>
      </a:lvl3pPr>
      <a:lvl4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Arial"/>
          <a:ea typeface="Arial"/>
          <a:cs typeface="Arial"/>
          <a:sym typeface="Arial"/>
        </a:defRPr>
      </a:lvl4pPr>
      <a:lvl5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Arial"/>
          <a:ea typeface="Arial"/>
          <a:cs typeface="Arial"/>
          <a:sym typeface="Arial"/>
        </a:defRPr>
      </a:lvl5pPr>
      <a:lvl6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Arial"/>
          <a:ea typeface="Arial"/>
          <a:cs typeface="Arial"/>
          <a:sym typeface="Arial"/>
        </a:defRPr>
      </a:lvl6pPr>
      <a:lvl7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Arial"/>
          <a:ea typeface="Arial"/>
          <a:cs typeface="Arial"/>
          <a:sym typeface="Arial"/>
        </a:defRPr>
      </a:lvl7pPr>
      <a:lvl8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Arial"/>
          <a:ea typeface="Arial"/>
          <a:cs typeface="Arial"/>
          <a:sym typeface="Arial"/>
        </a:defRPr>
      </a:lvl8pPr>
      <a:lvl9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Arial"/>
          <a:ea typeface="Arial"/>
          <a:cs typeface="Arial"/>
          <a:sym typeface="Arial"/>
        </a:defRPr>
      </a:lvl9pPr>
    </p:titleStyle>
    <p:bodyStyle>
      <a:lvl1pPr marL="228600" marR="0" indent="-228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defRPr sz="2800" b="0" i="0" u="none" strike="noStrike" cap="none" spc="0" baseline="0">
          <a:ln>
            <a:noFill/>
          </a:ln>
          <a:solidFill>
            <a:srgbClr val="000000"/>
          </a:solidFill>
          <a:uFillTx/>
          <a:latin typeface="Arial"/>
          <a:ea typeface="Arial"/>
          <a:cs typeface="Arial"/>
          <a:sym typeface="Arial"/>
        </a:defRPr>
      </a:lvl1pPr>
      <a:lvl2pPr marL="723900" marR="0" indent="-2667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defRPr sz="2800" b="0" i="0" u="none" strike="noStrike" cap="none" spc="0" baseline="0">
          <a:ln>
            <a:noFill/>
          </a:ln>
          <a:solidFill>
            <a:srgbClr val="000000"/>
          </a:solidFill>
          <a:uFillTx/>
          <a:latin typeface="Arial"/>
          <a:ea typeface="Arial"/>
          <a:cs typeface="Arial"/>
          <a:sym typeface="Arial"/>
        </a:defRPr>
      </a:lvl2pPr>
      <a:lvl3pPr marL="1234440" marR="0" indent="-32004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defRPr sz="2800" b="0" i="0" u="none" strike="noStrike" cap="none" spc="0" baseline="0">
          <a:ln>
            <a:noFill/>
          </a:ln>
          <a:solidFill>
            <a:srgbClr val="000000"/>
          </a:solidFill>
          <a:uFillTx/>
          <a:latin typeface="Arial"/>
          <a:ea typeface="Arial"/>
          <a:cs typeface="Arial"/>
          <a:sym typeface="Arial"/>
        </a:defRPr>
      </a:lvl3pPr>
      <a:lvl4pPr marL="17272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defRPr sz="2800" b="0" i="0" u="none" strike="noStrike" cap="none" spc="0" baseline="0">
          <a:ln>
            <a:noFill/>
          </a:ln>
          <a:solidFill>
            <a:srgbClr val="000000"/>
          </a:solidFill>
          <a:uFillTx/>
          <a:latin typeface="Arial"/>
          <a:ea typeface="Arial"/>
          <a:cs typeface="Arial"/>
          <a:sym typeface="Arial"/>
        </a:defRPr>
      </a:lvl4pPr>
      <a:lvl5pPr marL="21844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defRPr sz="2800" b="0" i="0" u="none" strike="noStrike" cap="none" spc="0" baseline="0">
          <a:ln>
            <a:noFill/>
          </a:ln>
          <a:solidFill>
            <a:srgbClr val="000000"/>
          </a:solidFill>
          <a:uFillTx/>
          <a:latin typeface="Arial"/>
          <a:ea typeface="Arial"/>
          <a:cs typeface="Arial"/>
          <a:sym typeface="Arial"/>
        </a:defRPr>
      </a:lvl5pPr>
      <a:lvl6pPr marL="26416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defRPr sz="2800" b="0" i="0" u="none" strike="noStrike" cap="none" spc="0" baseline="0">
          <a:ln>
            <a:noFill/>
          </a:ln>
          <a:solidFill>
            <a:srgbClr val="000000"/>
          </a:solidFill>
          <a:uFillTx/>
          <a:latin typeface="Arial"/>
          <a:ea typeface="Arial"/>
          <a:cs typeface="Arial"/>
          <a:sym typeface="Arial"/>
        </a:defRPr>
      </a:lvl6pPr>
      <a:lvl7pPr marL="30988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defRPr sz="2800" b="0" i="0" u="none" strike="noStrike" cap="none" spc="0" baseline="0">
          <a:ln>
            <a:noFill/>
          </a:ln>
          <a:solidFill>
            <a:srgbClr val="000000"/>
          </a:solidFill>
          <a:uFillTx/>
          <a:latin typeface="Arial"/>
          <a:ea typeface="Arial"/>
          <a:cs typeface="Arial"/>
          <a:sym typeface="Arial"/>
        </a:defRPr>
      </a:lvl7pPr>
      <a:lvl8pPr marL="35560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defRPr sz="2800" b="0" i="0" u="none" strike="noStrike" cap="none" spc="0" baseline="0">
          <a:ln>
            <a:noFill/>
          </a:ln>
          <a:solidFill>
            <a:srgbClr val="000000"/>
          </a:solidFill>
          <a:uFillTx/>
          <a:latin typeface="Arial"/>
          <a:ea typeface="Arial"/>
          <a:cs typeface="Arial"/>
          <a:sym typeface="Arial"/>
        </a:defRPr>
      </a:lvl8pPr>
      <a:lvl9pPr marL="40132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defRPr sz="2800" b="0" i="0" u="none" strike="noStrike" cap="none" spc="0" baseline="0">
          <a:ln>
            <a:noFill/>
          </a:ln>
          <a:solidFill>
            <a:srgbClr val="000000"/>
          </a:solidFill>
          <a:uFillTx/>
          <a:latin typeface="Arial"/>
          <a:ea typeface="Arial"/>
          <a:cs typeface="Arial"/>
          <a:sym typeface="Arial"/>
        </a:defRPr>
      </a:lvl9pPr>
    </p:bodyStyle>
    <p:otherStyle>
      <a:lvl1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1pPr>
      <a:lvl2pPr marL="0" marR="0" indent="4572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2pPr>
      <a:lvl3pPr marL="0" marR="0" indent="9144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3pPr>
      <a:lvl4pPr marL="0" marR="0" indent="13716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4pPr>
      <a:lvl5pPr marL="0" marR="0" indent="18288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5pPr>
      <a:lvl6pPr marL="0" marR="0" indent="22860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6pPr>
      <a:lvl7pPr marL="0" marR="0" indent="27432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7pPr>
      <a:lvl8pPr marL="0" marR="0" indent="32004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8pPr>
      <a:lvl9pPr marL="0" marR="0" indent="36576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Relationship Id="rId6" Type="http://schemas.openxmlformats.org/officeDocument/2006/relationships/chart" Target="../charts/chart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接连接符 1"/>
          <p:cNvCxnSpPr/>
          <p:nvPr/>
        </p:nvCxnSpPr>
        <p:spPr>
          <a:xfrm>
            <a:off x="263352" y="2337973"/>
            <a:ext cx="0" cy="4365023"/>
          </a:xfrm>
          <a:prstGeom prst="line">
            <a:avLst/>
          </a:prstGeom>
          <a:ln w="19050">
            <a:solidFill>
              <a:srgbClr val="B01A2B"/>
            </a:solidFill>
          </a:ln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" name="直接连接符 2"/>
          <p:cNvCxnSpPr/>
          <p:nvPr/>
        </p:nvCxnSpPr>
        <p:spPr>
          <a:xfrm>
            <a:off x="263352" y="6697621"/>
            <a:ext cx="11737304" cy="0"/>
          </a:xfrm>
          <a:prstGeom prst="line">
            <a:avLst/>
          </a:prstGeom>
          <a:ln w="19050">
            <a:solidFill>
              <a:srgbClr val="B01A2B"/>
            </a:solidFill>
          </a:ln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" name="直接连接符 3"/>
          <p:cNvCxnSpPr/>
          <p:nvPr/>
        </p:nvCxnSpPr>
        <p:spPr>
          <a:xfrm>
            <a:off x="11986765" y="2420888"/>
            <a:ext cx="0" cy="4282108"/>
          </a:xfrm>
          <a:prstGeom prst="line">
            <a:avLst/>
          </a:prstGeom>
          <a:ln w="19050">
            <a:solidFill>
              <a:srgbClr val="B01A2B"/>
            </a:solidFill>
          </a:ln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" name="矩形 4"/>
          <p:cNvSpPr/>
          <p:nvPr/>
        </p:nvSpPr>
        <p:spPr>
          <a:xfrm>
            <a:off x="9314885" y="314655"/>
            <a:ext cx="1843150" cy="1476163"/>
          </a:xfrm>
          <a:prstGeom prst="rect">
            <a:avLst/>
          </a:prstGeom>
          <a:solidFill>
            <a:srgbClr val="B01A2B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9192344" y="188640"/>
            <a:ext cx="0" cy="6508981"/>
          </a:xfrm>
          <a:prstGeom prst="line">
            <a:avLst/>
          </a:prstGeom>
          <a:ln w="19050">
            <a:solidFill>
              <a:srgbClr val="B01A2B"/>
            </a:solidFill>
          </a:ln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" name="直接连接符 6"/>
          <p:cNvCxnSpPr/>
          <p:nvPr/>
        </p:nvCxnSpPr>
        <p:spPr>
          <a:xfrm>
            <a:off x="263352" y="188640"/>
            <a:ext cx="11017224" cy="0"/>
          </a:xfrm>
          <a:prstGeom prst="line">
            <a:avLst/>
          </a:prstGeom>
          <a:ln w="19050">
            <a:solidFill>
              <a:srgbClr val="B01A2B"/>
            </a:solidFill>
          </a:ln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" name="直接连接符 7"/>
          <p:cNvCxnSpPr/>
          <p:nvPr/>
        </p:nvCxnSpPr>
        <p:spPr>
          <a:xfrm>
            <a:off x="263352" y="185339"/>
            <a:ext cx="0" cy="579365"/>
          </a:xfrm>
          <a:prstGeom prst="line">
            <a:avLst/>
          </a:prstGeom>
          <a:ln w="19050">
            <a:solidFill>
              <a:srgbClr val="B01A2B"/>
            </a:solidFill>
          </a:ln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" name="直接连接符 8"/>
          <p:cNvCxnSpPr/>
          <p:nvPr/>
        </p:nvCxnSpPr>
        <p:spPr>
          <a:xfrm flipV="1">
            <a:off x="9192344" y="2415514"/>
            <a:ext cx="2789094" cy="5374"/>
          </a:xfrm>
          <a:prstGeom prst="line">
            <a:avLst/>
          </a:prstGeom>
          <a:ln>
            <a:solidFill>
              <a:schemeClr val="bg1"/>
            </a:solidFill>
          </a:ln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/>
        </p:nvCxnSpPr>
        <p:spPr>
          <a:xfrm>
            <a:off x="11280576" y="188640"/>
            <a:ext cx="0" cy="2232248"/>
          </a:xfrm>
          <a:prstGeom prst="line">
            <a:avLst/>
          </a:prstGeom>
          <a:ln w="19050">
            <a:solidFill>
              <a:srgbClr val="B01A2B"/>
            </a:solidFill>
          </a:ln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1" name="直接连接符 10"/>
          <p:cNvCxnSpPr/>
          <p:nvPr/>
        </p:nvCxnSpPr>
        <p:spPr>
          <a:xfrm>
            <a:off x="9192344" y="1916832"/>
            <a:ext cx="2088232" cy="0"/>
          </a:xfrm>
          <a:prstGeom prst="line">
            <a:avLst/>
          </a:prstGeom>
          <a:ln w="19050">
            <a:solidFill>
              <a:srgbClr val="B01A2B"/>
            </a:solidFill>
          </a:ln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6" name="直接连接符 15"/>
          <p:cNvCxnSpPr/>
          <p:nvPr/>
        </p:nvCxnSpPr>
        <p:spPr>
          <a:xfrm>
            <a:off x="263352" y="3227063"/>
            <a:ext cx="8928992" cy="0"/>
          </a:xfrm>
          <a:prstGeom prst="line">
            <a:avLst/>
          </a:prstGeom>
          <a:ln w="9525">
            <a:solidFill>
              <a:srgbClr val="C00000"/>
            </a:solidFill>
            <a:prstDash val="dashDot"/>
          </a:ln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3" name="直接连接符 32"/>
          <p:cNvCxnSpPr/>
          <p:nvPr/>
        </p:nvCxnSpPr>
        <p:spPr>
          <a:xfrm>
            <a:off x="5692599" y="3284417"/>
            <a:ext cx="0" cy="3447692"/>
          </a:xfrm>
          <a:prstGeom prst="line">
            <a:avLst/>
          </a:prstGeom>
          <a:ln w="9525">
            <a:solidFill>
              <a:srgbClr val="C00000"/>
            </a:solidFill>
            <a:prstDash val="dashDot"/>
          </a:ln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1" name="矩形 40"/>
          <p:cNvSpPr/>
          <p:nvPr/>
        </p:nvSpPr>
        <p:spPr>
          <a:xfrm>
            <a:off x="263352" y="192792"/>
            <a:ext cx="2752489" cy="571912"/>
          </a:xfrm>
          <a:prstGeom prst="rect">
            <a:avLst/>
          </a:prstGeom>
          <a:solidFill>
            <a:srgbClr val="B01A2B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cxnSp>
        <p:nvCxnSpPr>
          <p:cNvPr id="42" name="直接连接符 41"/>
          <p:cNvCxnSpPr/>
          <p:nvPr/>
        </p:nvCxnSpPr>
        <p:spPr>
          <a:xfrm>
            <a:off x="3015841" y="185339"/>
            <a:ext cx="0" cy="1812349"/>
          </a:xfrm>
          <a:prstGeom prst="line">
            <a:avLst/>
          </a:prstGeom>
          <a:ln w="19050">
            <a:solidFill>
              <a:srgbClr val="B01A2B"/>
            </a:solidFill>
          </a:ln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75" name="图片 7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870" y="3115693"/>
            <a:ext cx="379660" cy="404154"/>
          </a:xfrm>
          <a:prstGeom prst="rect">
            <a:avLst/>
          </a:prstGeom>
        </p:spPr>
      </p:pic>
      <p:pic>
        <p:nvPicPr>
          <p:cNvPr id="76" name="图片 7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31111" y="3148091"/>
            <a:ext cx="379660" cy="404154"/>
          </a:xfrm>
          <a:prstGeom prst="rect">
            <a:avLst/>
          </a:prstGeom>
        </p:spPr>
      </p:pic>
      <p:sp>
        <p:nvSpPr>
          <p:cNvPr id="15" name="矩形 14"/>
          <p:cNvSpPr/>
          <p:nvPr/>
        </p:nvSpPr>
        <p:spPr>
          <a:xfrm>
            <a:off x="2409648" y="595529"/>
            <a:ext cx="692818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800" b="1" dirty="0">
                <a:solidFill>
                  <a:schemeClr val="bg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First round</a:t>
            </a:r>
            <a:endParaRPr lang="zh-CN" altLang="en-US" sz="800" b="1" dirty="0">
              <a:solidFill>
                <a:schemeClr val="bg1"/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779B2C9E-A068-AFF8-8ECC-84E106305DF8}"/>
              </a:ext>
            </a:extLst>
          </p:cNvPr>
          <p:cNvSpPr/>
          <p:nvPr/>
        </p:nvSpPr>
        <p:spPr>
          <a:xfrm>
            <a:off x="9196387" y="2415514"/>
            <a:ext cx="2785051" cy="326613"/>
          </a:xfrm>
          <a:prstGeom prst="rect">
            <a:avLst/>
          </a:prstGeom>
          <a:solidFill>
            <a:srgbClr val="B01A2B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  <p:extLst>
      <p:ext uri="{BB962C8B-B14F-4D97-AF65-F5344CB8AC3E}">
        <p14:creationId xmlns:p14="http://schemas.microsoft.com/office/powerpoint/2010/main" val="25705820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F92871-22AD-CD04-93E5-4F0D7DBE95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接连接符 1">
            <a:extLst>
              <a:ext uri="{FF2B5EF4-FFF2-40B4-BE49-F238E27FC236}">
                <a16:creationId xmlns:a16="http://schemas.microsoft.com/office/drawing/2014/main" id="{F50DEA5D-1F8C-E6C7-F38E-3BF5E45B9769}"/>
              </a:ext>
            </a:extLst>
          </p:cNvPr>
          <p:cNvCxnSpPr/>
          <p:nvPr/>
        </p:nvCxnSpPr>
        <p:spPr>
          <a:xfrm>
            <a:off x="263352" y="2337973"/>
            <a:ext cx="0" cy="4365023"/>
          </a:xfrm>
          <a:prstGeom prst="line">
            <a:avLst/>
          </a:prstGeom>
          <a:ln w="19050">
            <a:solidFill>
              <a:srgbClr val="B01A2B"/>
            </a:solidFill>
          </a:ln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" name="直接连接符 2">
            <a:extLst>
              <a:ext uri="{FF2B5EF4-FFF2-40B4-BE49-F238E27FC236}">
                <a16:creationId xmlns:a16="http://schemas.microsoft.com/office/drawing/2014/main" id="{07C47286-FC69-D4E4-D583-85C7677B7966}"/>
              </a:ext>
            </a:extLst>
          </p:cNvPr>
          <p:cNvCxnSpPr/>
          <p:nvPr/>
        </p:nvCxnSpPr>
        <p:spPr>
          <a:xfrm>
            <a:off x="263352" y="6697621"/>
            <a:ext cx="11737304" cy="0"/>
          </a:xfrm>
          <a:prstGeom prst="line">
            <a:avLst/>
          </a:prstGeom>
          <a:ln w="19050">
            <a:solidFill>
              <a:srgbClr val="B01A2B"/>
            </a:solidFill>
          </a:ln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" name="直接连接符 3">
            <a:extLst>
              <a:ext uri="{FF2B5EF4-FFF2-40B4-BE49-F238E27FC236}">
                <a16:creationId xmlns:a16="http://schemas.microsoft.com/office/drawing/2014/main" id="{55DD6B7A-B688-6DA9-176F-5A5DFEEA00EE}"/>
              </a:ext>
            </a:extLst>
          </p:cNvPr>
          <p:cNvCxnSpPr/>
          <p:nvPr/>
        </p:nvCxnSpPr>
        <p:spPr>
          <a:xfrm>
            <a:off x="11986765" y="2420888"/>
            <a:ext cx="0" cy="4282108"/>
          </a:xfrm>
          <a:prstGeom prst="line">
            <a:avLst/>
          </a:prstGeom>
          <a:ln w="19050">
            <a:solidFill>
              <a:srgbClr val="B01A2B"/>
            </a:solidFill>
          </a:ln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" name="矩形 4">
            <a:extLst>
              <a:ext uri="{FF2B5EF4-FFF2-40B4-BE49-F238E27FC236}">
                <a16:creationId xmlns:a16="http://schemas.microsoft.com/office/drawing/2014/main" id="{12C4E460-3A6C-A0B8-A199-E88E7D56AE50}"/>
              </a:ext>
            </a:extLst>
          </p:cNvPr>
          <p:cNvSpPr/>
          <p:nvPr/>
        </p:nvSpPr>
        <p:spPr>
          <a:xfrm>
            <a:off x="9314885" y="314655"/>
            <a:ext cx="1843150" cy="1476163"/>
          </a:xfrm>
          <a:prstGeom prst="rect">
            <a:avLst/>
          </a:prstGeom>
          <a:solidFill>
            <a:srgbClr val="B01A2B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cxnSp>
        <p:nvCxnSpPr>
          <p:cNvPr id="6" name="直接连接符 5">
            <a:extLst>
              <a:ext uri="{FF2B5EF4-FFF2-40B4-BE49-F238E27FC236}">
                <a16:creationId xmlns:a16="http://schemas.microsoft.com/office/drawing/2014/main" id="{D452091F-39DE-516E-A86F-659BE408A02D}"/>
              </a:ext>
            </a:extLst>
          </p:cNvPr>
          <p:cNvCxnSpPr/>
          <p:nvPr/>
        </p:nvCxnSpPr>
        <p:spPr>
          <a:xfrm>
            <a:off x="9192344" y="188640"/>
            <a:ext cx="0" cy="6508981"/>
          </a:xfrm>
          <a:prstGeom prst="line">
            <a:avLst/>
          </a:prstGeom>
          <a:ln w="19050">
            <a:solidFill>
              <a:srgbClr val="B01A2B"/>
            </a:solidFill>
          </a:ln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D9D531F9-36DA-34FB-E12A-04412C063202}"/>
              </a:ext>
            </a:extLst>
          </p:cNvPr>
          <p:cNvCxnSpPr/>
          <p:nvPr/>
        </p:nvCxnSpPr>
        <p:spPr>
          <a:xfrm>
            <a:off x="263352" y="188640"/>
            <a:ext cx="11017224" cy="0"/>
          </a:xfrm>
          <a:prstGeom prst="line">
            <a:avLst/>
          </a:prstGeom>
          <a:ln w="19050">
            <a:solidFill>
              <a:srgbClr val="B01A2B"/>
            </a:solidFill>
          </a:ln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FBFC7A53-AA8B-B0EF-CF11-90B5207603D7}"/>
              </a:ext>
            </a:extLst>
          </p:cNvPr>
          <p:cNvCxnSpPr/>
          <p:nvPr/>
        </p:nvCxnSpPr>
        <p:spPr>
          <a:xfrm>
            <a:off x="263352" y="185339"/>
            <a:ext cx="0" cy="579365"/>
          </a:xfrm>
          <a:prstGeom prst="line">
            <a:avLst/>
          </a:prstGeom>
          <a:ln w="19050">
            <a:solidFill>
              <a:srgbClr val="B01A2B"/>
            </a:solidFill>
          </a:ln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" name="直接连接符 8">
            <a:extLst>
              <a:ext uri="{FF2B5EF4-FFF2-40B4-BE49-F238E27FC236}">
                <a16:creationId xmlns:a16="http://schemas.microsoft.com/office/drawing/2014/main" id="{7F159957-409B-9120-31A3-90231868E118}"/>
              </a:ext>
            </a:extLst>
          </p:cNvPr>
          <p:cNvCxnSpPr/>
          <p:nvPr/>
        </p:nvCxnSpPr>
        <p:spPr>
          <a:xfrm flipV="1">
            <a:off x="9192344" y="2415514"/>
            <a:ext cx="2789094" cy="5374"/>
          </a:xfrm>
          <a:prstGeom prst="line">
            <a:avLst/>
          </a:prstGeom>
          <a:ln>
            <a:solidFill>
              <a:schemeClr val="bg1"/>
            </a:solidFill>
          </a:ln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" name="直接连接符 9">
            <a:extLst>
              <a:ext uri="{FF2B5EF4-FFF2-40B4-BE49-F238E27FC236}">
                <a16:creationId xmlns:a16="http://schemas.microsoft.com/office/drawing/2014/main" id="{D1DB6164-BA5C-E2C5-92D3-A62FBD08B5D1}"/>
              </a:ext>
            </a:extLst>
          </p:cNvPr>
          <p:cNvCxnSpPr/>
          <p:nvPr/>
        </p:nvCxnSpPr>
        <p:spPr>
          <a:xfrm>
            <a:off x="11280576" y="188640"/>
            <a:ext cx="0" cy="2232248"/>
          </a:xfrm>
          <a:prstGeom prst="line">
            <a:avLst/>
          </a:prstGeom>
          <a:ln w="19050">
            <a:solidFill>
              <a:srgbClr val="B01A2B"/>
            </a:solidFill>
          </a:ln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1" name="直接连接符 10">
            <a:extLst>
              <a:ext uri="{FF2B5EF4-FFF2-40B4-BE49-F238E27FC236}">
                <a16:creationId xmlns:a16="http://schemas.microsoft.com/office/drawing/2014/main" id="{AB44C807-C513-55F7-BB5A-5759370D75B2}"/>
              </a:ext>
            </a:extLst>
          </p:cNvPr>
          <p:cNvCxnSpPr/>
          <p:nvPr/>
        </p:nvCxnSpPr>
        <p:spPr>
          <a:xfrm>
            <a:off x="9192344" y="1916832"/>
            <a:ext cx="2088232" cy="0"/>
          </a:xfrm>
          <a:prstGeom prst="line">
            <a:avLst/>
          </a:prstGeom>
          <a:ln w="19050">
            <a:solidFill>
              <a:srgbClr val="B01A2B"/>
            </a:solidFill>
          </a:ln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2" name="矩形 11">
            <a:extLst>
              <a:ext uri="{FF2B5EF4-FFF2-40B4-BE49-F238E27FC236}">
                <a16:creationId xmlns:a16="http://schemas.microsoft.com/office/drawing/2014/main" id="{F35BB10F-EBCB-A4B1-E2DF-220535271FF7}"/>
              </a:ext>
            </a:extLst>
          </p:cNvPr>
          <p:cNvSpPr/>
          <p:nvPr/>
        </p:nvSpPr>
        <p:spPr>
          <a:xfrm>
            <a:off x="9230509" y="1893819"/>
            <a:ext cx="1974467" cy="458459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itchFamily="34" charset="-122"/>
                <a:ea typeface="微软雅黑" pitchFamily="34" charset="-122"/>
              </a:rPr>
              <a:t>8.29/10</a:t>
            </a:r>
            <a:endParaRPr lang="zh-CN" altLang="en-US" b="1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2CEB8835-406A-564B-1896-E2E725C2CB96}"/>
              </a:ext>
            </a:extLst>
          </p:cNvPr>
          <p:cNvSpPr/>
          <p:nvPr/>
        </p:nvSpPr>
        <p:spPr>
          <a:xfrm>
            <a:off x="9840416" y="44624"/>
            <a:ext cx="773897" cy="1556708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sz="7200" b="1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A</a:t>
            </a:r>
            <a:endParaRPr lang="zh-CN" altLang="en-US" sz="7200" b="1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cxnSp>
        <p:nvCxnSpPr>
          <p:cNvPr id="16" name="直接连接符 15">
            <a:extLst>
              <a:ext uri="{FF2B5EF4-FFF2-40B4-BE49-F238E27FC236}">
                <a16:creationId xmlns:a16="http://schemas.microsoft.com/office/drawing/2014/main" id="{648B9329-8CFE-4E4D-2103-764F17732125}"/>
              </a:ext>
            </a:extLst>
          </p:cNvPr>
          <p:cNvCxnSpPr/>
          <p:nvPr/>
        </p:nvCxnSpPr>
        <p:spPr>
          <a:xfrm>
            <a:off x="263352" y="3227063"/>
            <a:ext cx="8928992" cy="0"/>
          </a:xfrm>
          <a:prstGeom prst="line">
            <a:avLst/>
          </a:prstGeom>
          <a:ln w="9525">
            <a:solidFill>
              <a:srgbClr val="C00000"/>
            </a:solidFill>
            <a:prstDash val="dashDot"/>
          </a:ln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8" name="矩形 17">
            <a:extLst>
              <a:ext uri="{FF2B5EF4-FFF2-40B4-BE49-F238E27FC236}">
                <a16:creationId xmlns:a16="http://schemas.microsoft.com/office/drawing/2014/main" id="{9BE1BE92-E54B-4677-2142-4852FA892F8B}"/>
              </a:ext>
            </a:extLst>
          </p:cNvPr>
          <p:cNvSpPr/>
          <p:nvPr/>
        </p:nvSpPr>
        <p:spPr>
          <a:xfrm>
            <a:off x="311218" y="2337973"/>
            <a:ext cx="2704623" cy="854080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试穿人数：</a:t>
            </a:r>
            <a:r>
              <a:rPr lang="en-US" altLang="zh-CN" sz="1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sz="1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人</a:t>
            </a:r>
            <a:endParaRPr lang="en-US" altLang="zh-CN" sz="1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测试者平均体重：</a:t>
            </a:r>
            <a:r>
              <a:rPr lang="en-US" altLang="zh-CN" sz="1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84.3KG</a:t>
            </a:r>
            <a:endParaRPr lang="en-US" altLang="zh-CN" sz="9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测试者球场定位：锋、卫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82FE8141-3EF8-DBB5-DC05-C376CE4943C0}"/>
              </a:ext>
            </a:extLst>
          </p:cNvPr>
          <p:cNvSpPr/>
          <p:nvPr/>
        </p:nvSpPr>
        <p:spPr>
          <a:xfrm>
            <a:off x="9196387" y="2415514"/>
            <a:ext cx="2785051" cy="326613"/>
          </a:xfrm>
          <a:prstGeom prst="rect">
            <a:avLst/>
          </a:prstGeom>
          <a:solidFill>
            <a:srgbClr val="B01A2B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cxnSp>
        <p:nvCxnSpPr>
          <p:cNvPr id="33" name="直接连接符 32">
            <a:extLst>
              <a:ext uri="{FF2B5EF4-FFF2-40B4-BE49-F238E27FC236}">
                <a16:creationId xmlns:a16="http://schemas.microsoft.com/office/drawing/2014/main" id="{6DE70494-1D94-5B53-200B-3831A13B19F9}"/>
              </a:ext>
            </a:extLst>
          </p:cNvPr>
          <p:cNvCxnSpPr/>
          <p:nvPr/>
        </p:nvCxnSpPr>
        <p:spPr>
          <a:xfrm>
            <a:off x="5692599" y="3284417"/>
            <a:ext cx="0" cy="3447692"/>
          </a:xfrm>
          <a:prstGeom prst="line">
            <a:avLst/>
          </a:prstGeom>
          <a:ln w="9525">
            <a:solidFill>
              <a:srgbClr val="C00000"/>
            </a:solidFill>
            <a:prstDash val="dashDot"/>
          </a:ln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40" name="图片 39">
            <a:extLst>
              <a:ext uri="{FF2B5EF4-FFF2-40B4-BE49-F238E27FC236}">
                <a16:creationId xmlns:a16="http://schemas.microsoft.com/office/drawing/2014/main" id="{C5758638-8F56-A657-1C99-5CCB8D6C3700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028" b="24973"/>
          <a:stretch/>
        </p:blipFill>
        <p:spPr>
          <a:xfrm>
            <a:off x="278790" y="987483"/>
            <a:ext cx="2614510" cy="1127711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sp>
        <p:nvSpPr>
          <p:cNvPr id="41" name="矩形 40">
            <a:extLst>
              <a:ext uri="{FF2B5EF4-FFF2-40B4-BE49-F238E27FC236}">
                <a16:creationId xmlns:a16="http://schemas.microsoft.com/office/drawing/2014/main" id="{2B42C03E-06F3-D01E-F474-736165E793C2}"/>
              </a:ext>
            </a:extLst>
          </p:cNvPr>
          <p:cNvSpPr/>
          <p:nvPr/>
        </p:nvSpPr>
        <p:spPr>
          <a:xfrm>
            <a:off x="263352" y="192792"/>
            <a:ext cx="2752489" cy="571912"/>
          </a:xfrm>
          <a:prstGeom prst="rect">
            <a:avLst/>
          </a:prstGeom>
          <a:solidFill>
            <a:srgbClr val="B01A2B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58502D-576B-6C89-24AF-E760030EC50F}"/>
              </a:ext>
            </a:extLst>
          </p:cNvPr>
          <p:cNvSpPr txBox="1"/>
          <p:nvPr/>
        </p:nvSpPr>
        <p:spPr>
          <a:xfrm>
            <a:off x="188387" y="241588"/>
            <a:ext cx="3200492" cy="46166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defTabSz="457200" hangingPunct="0"/>
            <a:r>
              <a:rPr lang="zh-CN" altLang="en-US" sz="2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itchFamily="34" charset="-122"/>
                <a:ea typeface="微软雅黑" pitchFamily="34" charset="-122"/>
              </a:rPr>
              <a:t>‘</a:t>
            </a:r>
            <a:r>
              <a:rPr lang="en-US" altLang="zh-CN" sz="2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itchFamily="34" charset="-122"/>
                <a:ea typeface="微软雅黑" pitchFamily="34" charset="-122"/>
              </a:rPr>
              <a:t>SUPER GRASS</a:t>
            </a:r>
            <a:r>
              <a:rPr lang="zh-CN" altLang="en-US" sz="2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itchFamily="34" charset="-122"/>
                <a:ea typeface="微软雅黑" pitchFamily="34" charset="-122"/>
              </a:rPr>
              <a:t>’</a:t>
            </a:r>
            <a:endParaRPr kumimoji="0" lang="zh-CN" altLang="en-US" sz="400" b="1" i="0" u="none" strike="noStrike" cap="none" spc="0" normalizeH="0" baseline="0" dirty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FillTx/>
              <a:latin typeface="楷体" panose="02010609060101010101" pitchFamily="49" charset="-122"/>
              <a:ea typeface="楷体" panose="02010609060101010101" pitchFamily="49" charset="-122"/>
              <a:sym typeface="Arial"/>
            </a:endParaRPr>
          </a:p>
        </p:txBody>
      </p:sp>
      <p:cxnSp>
        <p:nvCxnSpPr>
          <p:cNvPr id="42" name="直接连接符 41">
            <a:extLst>
              <a:ext uri="{FF2B5EF4-FFF2-40B4-BE49-F238E27FC236}">
                <a16:creationId xmlns:a16="http://schemas.microsoft.com/office/drawing/2014/main" id="{11E37340-F6D0-F899-62FA-DA4731BEE932}"/>
              </a:ext>
            </a:extLst>
          </p:cNvPr>
          <p:cNvCxnSpPr/>
          <p:nvPr/>
        </p:nvCxnSpPr>
        <p:spPr>
          <a:xfrm>
            <a:off x="3015841" y="185339"/>
            <a:ext cx="0" cy="1812349"/>
          </a:xfrm>
          <a:prstGeom prst="line">
            <a:avLst/>
          </a:prstGeom>
          <a:ln w="19050">
            <a:solidFill>
              <a:srgbClr val="B01A2B"/>
            </a:solidFill>
          </a:ln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9" name="矩形 68">
            <a:extLst>
              <a:ext uri="{FF2B5EF4-FFF2-40B4-BE49-F238E27FC236}">
                <a16:creationId xmlns:a16="http://schemas.microsoft.com/office/drawing/2014/main" id="{136896C7-0B6C-262C-802E-48BF59BAAEF2}"/>
              </a:ext>
            </a:extLst>
          </p:cNvPr>
          <p:cNvSpPr/>
          <p:nvPr/>
        </p:nvSpPr>
        <p:spPr>
          <a:xfrm>
            <a:off x="256585" y="3310258"/>
            <a:ext cx="5294413" cy="31393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【</a:t>
            </a:r>
            <a:r>
              <a:rPr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包裹性</a:t>
            </a:r>
            <a:r>
              <a:rPr lang="en-US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】</a:t>
            </a:r>
          </a:p>
          <a:p>
            <a:pPr marL="228600" indent="-228600">
              <a:lnSpc>
                <a:spcPct val="150000"/>
              </a:lnSpc>
              <a:buAutoNum type="arabicPeriod"/>
            </a:pPr>
            <a:r>
              <a:rPr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前掌内</a:t>
            </a:r>
            <a:r>
              <a:rPr lang="en-US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外侧弯折处均出现卡脚情况（</a:t>
            </a:r>
            <a:r>
              <a:rPr lang="en-US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3/3</a:t>
            </a:r>
            <a:r>
              <a:rPr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endParaRPr lang="en-US" altLang="zh-CN" sz="12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28600" indent="-228600">
              <a:lnSpc>
                <a:spcPct val="150000"/>
              </a:lnSpc>
              <a:buAutoNum type="arabicPeriod"/>
            </a:pPr>
            <a:r>
              <a:rPr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鞋带孔生涩，在绑缚过程中较难对鞋带进行高效的收紧与放松（</a:t>
            </a:r>
            <a:r>
              <a:rPr lang="en-US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3/3</a:t>
            </a:r>
            <a:r>
              <a:rPr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endParaRPr lang="en-US" altLang="zh-CN" sz="12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28600" indent="-228600">
              <a:lnSpc>
                <a:spcPct val="150000"/>
              </a:lnSpc>
              <a:buAutoNum type="arabicPeriod"/>
            </a:pPr>
            <a:r>
              <a:rPr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在进行内收步、剪刀步时，前掌外侧橡胶出现明显的挤压第五跖趾关节现象（</a:t>
            </a:r>
            <a:r>
              <a:rPr lang="en-US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1/3</a:t>
            </a:r>
            <a:r>
              <a:rPr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endParaRPr lang="en-US" altLang="zh-CN" sz="12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【</a:t>
            </a:r>
            <a:r>
              <a:rPr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稳定性</a:t>
            </a:r>
            <a:r>
              <a:rPr lang="en-US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】</a:t>
            </a:r>
          </a:p>
          <a:p>
            <a:pPr marL="228600" indent="-228600">
              <a:lnSpc>
                <a:spcPct val="150000"/>
              </a:lnSpc>
              <a:buAutoNum type="arabicPeriod"/>
            </a:pPr>
            <a:r>
              <a:rPr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在进行一些特定的动作时（行进间急停摆脱防守），出现轻微足外翻，具体位置在相比较前掌而言，后跟内侧支撑略低，但尚能接受（</a:t>
            </a:r>
            <a:r>
              <a:rPr lang="en-US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1/3</a:t>
            </a:r>
            <a:r>
              <a:rPr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endParaRPr lang="en-US" altLang="zh-CN" sz="12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【</a:t>
            </a:r>
            <a:r>
              <a:rPr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止滑性</a:t>
            </a:r>
            <a:r>
              <a:rPr lang="en-US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】</a:t>
            </a:r>
          </a:p>
          <a:p>
            <a:pPr marL="228600" indent="-228600">
              <a:lnSpc>
                <a:spcPct val="150000"/>
              </a:lnSpc>
              <a:buAutoNum type="arabicPeriod"/>
            </a:pPr>
            <a:r>
              <a:rPr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鞋底容易吸灰，导致打滑（</a:t>
            </a:r>
            <a:r>
              <a:rPr lang="en-US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3/3</a:t>
            </a:r>
            <a:r>
              <a:rPr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endParaRPr lang="en-US" altLang="zh-CN" sz="12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28600" indent="-228600">
              <a:lnSpc>
                <a:spcPct val="150000"/>
              </a:lnSpc>
              <a:buAutoNum type="arabicPeriod"/>
            </a:pPr>
            <a:r>
              <a:rPr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鞋底在与地面摩擦时无“吱吱吱</a:t>
            </a:r>
            <a:r>
              <a:rPr lang="en-US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~</a:t>
            </a:r>
            <a:r>
              <a:rPr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”声响，对篮球爱好者来说安全感低。</a:t>
            </a:r>
            <a:endParaRPr lang="en-US" altLang="zh-CN" sz="12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75" name="图片 74">
            <a:extLst>
              <a:ext uri="{FF2B5EF4-FFF2-40B4-BE49-F238E27FC236}">
                <a16:creationId xmlns:a16="http://schemas.microsoft.com/office/drawing/2014/main" id="{6B25D678-3B68-D983-3D9D-A325506B9CB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870" y="3115693"/>
            <a:ext cx="379660" cy="404154"/>
          </a:xfrm>
          <a:prstGeom prst="rect">
            <a:avLst/>
          </a:prstGeom>
        </p:spPr>
      </p:pic>
      <p:pic>
        <p:nvPicPr>
          <p:cNvPr id="76" name="图片 75">
            <a:extLst>
              <a:ext uri="{FF2B5EF4-FFF2-40B4-BE49-F238E27FC236}">
                <a16:creationId xmlns:a16="http://schemas.microsoft.com/office/drawing/2014/main" id="{505BE928-C9B9-002F-6818-DB405601F00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31111" y="3148091"/>
            <a:ext cx="379660" cy="404154"/>
          </a:xfrm>
          <a:prstGeom prst="rect">
            <a:avLst/>
          </a:prstGeom>
        </p:spPr>
      </p:pic>
      <p:sp>
        <p:nvSpPr>
          <p:cNvPr id="78" name="矩形 77">
            <a:extLst>
              <a:ext uri="{FF2B5EF4-FFF2-40B4-BE49-F238E27FC236}">
                <a16:creationId xmlns:a16="http://schemas.microsoft.com/office/drawing/2014/main" id="{98A7A975-90D3-C2F4-28A0-5B741523D152}"/>
              </a:ext>
            </a:extLst>
          </p:cNvPr>
          <p:cNvSpPr/>
          <p:nvPr/>
        </p:nvSpPr>
        <p:spPr>
          <a:xfrm>
            <a:off x="5725020" y="3310258"/>
            <a:ext cx="3484386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【</a:t>
            </a:r>
            <a:r>
              <a:rPr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止滑性</a:t>
            </a:r>
            <a:r>
              <a:rPr lang="en-US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】</a:t>
            </a:r>
          </a:p>
          <a:p>
            <a:pPr marL="228600" indent="-228600">
              <a:lnSpc>
                <a:spcPct val="150000"/>
              </a:lnSpc>
              <a:buAutoNum type="arabicPeriod"/>
            </a:pPr>
            <a:r>
              <a:rPr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在室内干净木地板、室外水泥地上均能牢牢地锁定在地面。但在灰尘较大的木地板或塑胶场地上，需要频繁的擦拭鞋底灰尘。</a:t>
            </a:r>
            <a:endParaRPr lang="en-US" altLang="zh-CN" sz="12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【</a:t>
            </a:r>
            <a:r>
              <a:rPr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场地感</a:t>
            </a:r>
            <a:r>
              <a:rPr lang="en-US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】</a:t>
            </a:r>
          </a:p>
          <a:p>
            <a:pPr marL="228600" indent="-228600">
              <a:lnSpc>
                <a:spcPct val="150000"/>
              </a:lnSpc>
              <a:buAutoNum type="arabicPeriod"/>
            </a:pPr>
            <a:r>
              <a:rPr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静态下，前掌填覆材料异物感不明显。在动态下，前掌有明显的马蹄形“气垫”回弹反馈，在无碳板的结构下能给到足够澎湃的触地反馈。</a:t>
            </a:r>
            <a:endParaRPr lang="en-US" altLang="zh-CN" sz="12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200" b="1" dirty="0">
                <a:solidFill>
                  <a:srgbClr val="1E7C4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注：三种不同硬度的填覆材料，测试结果为：</a:t>
            </a:r>
            <a:r>
              <a:rPr lang="en-US" altLang="zh-CN" sz="1200" b="1" dirty="0">
                <a:solidFill>
                  <a:srgbClr val="1E7C4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30C</a:t>
            </a:r>
            <a:r>
              <a:rPr lang="zh-CN" altLang="en-US" sz="1200" b="1" dirty="0">
                <a:solidFill>
                  <a:srgbClr val="1E7C4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硬度下，所给到的脚感反馈最佳！</a:t>
            </a:r>
            <a:endParaRPr lang="en-US" altLang="zh-CN" sz="1200" b="1" dirty="0">
              <a:solidFill>
                <a:srgbClr val="1E7C4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A8CFB63C-5BA7-CCAE-C088-64467DEF277C}"/>
              </a:ext>
            </a:extLst>
          </p:cNvPr>
          <p:cNvSpPr/>
          <p:nvPr/>
        </p:nvSpPr>
        <p:spPr>
          <a:xfrm>
            <a:off x="2409648" y="595529"/>
            <a:ext cx="692818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800" b="1" dirty="0">
                <a:solidFill>
                  <a:schemeClr val="bg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First round</a:t>
            </a:r>
            <a:endParaRPr lang="zh-CN" altLang="en-US" sz="800" b="1" dirty="0">
              <a:solidFill>
                <a:schemeClr val="bg1"/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graphicFrame>
        <p:nvGraphicFramePr>
          <p:cNvPr id="19" name="图表 44">
            <a:extLst>
              <a:ext uri="{FF2B5EF4-FFF2-40B4-BE49-F238E27FC236}">
                <a16:creationId xmlns:a16="http://schemas.microsoft.com/office/drawing/2014/main" id="{C1BC75A2-27B3-3F68-EFE7-7569403389C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630057133"/>
              </p:ext>
            </p:extLst>
          </p:nvPr>
        </p:nvGraphicFramePr>
        <p:xfrm>
          <a:off x="3071664" y="290013"/>
          <a:ext cx="5934011" cy="285095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</p:spTree>
    <p:extLst>
      <p:ext uri="{BB962C8B-B14F-4D97-AF65-F5344CB8AC3E}">
        <p14:creationId xmlns:p14="http://schemas.microsoft.com/office/powerpoint/2010/main" val="758356143"/>
      </p:ext>
    </p:extLst>
  </p:cSld>
  <p:clrMapOvr>
    <a:masterClrMapping/>
  </p:clrMapOvr>
</p:sld>
</file>

<file path=ppt/theme/theme1.xml><?xml version="1.0" encoding="utf-8"?>
<a:theme xmlns:a="http://schemas.openxmlformats.org/drawingml/2006/main" name="1_包图主题2">
  <a:themeElements>
    <a:clrScheme name="包图主题2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E53238"/>
      </a:accent1>
      <a:accent2>
        <a:srgbClr val="0064D2"/>
      </a:accent2>
      <a:accent3>
        <a:srgbClr val="801C1F"/>
      </a:accent3>
      <a:accent4>
        <a:srgbClr val="003876"/>
      </a:accent4>
      <a:accent5>
        <a:srgbClr val="621618"/>
      </a:accent5>
      <a:accent6>
        <a:srgbClr val="002B5A"/>
      </a:accent6>
      <a:hlink>
        <a:srgbClr val="0000FF"/>
      </a:hlink>
      <a:folHlink>
        <a:srgbClr val="FF00FF"/>
      </a:folHlink>
    </a:clrScheme>
    <a:fontScheme name="包图主题2">
      <a:majorFont>
        <a:latin typeface="等线"/>
        <a:ea typeface="等线"/>
        <a:cs typeface="等线"/>
      </a:majorFont>
      <a:minorFont>
        <a:latin typeface="Helvetica"/>
        <a:ea typeface="Helvetica"/>
        <a:cs typeface="Helvetica"/>
      </a:minorFont>
    </a:fontScheme>
    <a:fmtScheme name="包图主题2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38100" dir="5400000" rotWithShape="0">
              <a:srgbClr val="000000">
                <a:alpha val="43137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43137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43137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38100" cap="flat">
          <a:solidFill>
            <a:schemeClr val="accent1"/>
          </a:solidFill>
          <a:prstDash val="solid"/>
          <a:round/>
        </a:ln>
        <a:effectLst>
          <a:outerShdw blurRad="50800" dist="38100" dir="5400000" rotWithShape="0">
            <a:srgbClr val="000000">
              <a:alpha val="43137"/>
            </a:srgbClr>
          </a:outerShdw>
        </a:effectLst>
      </a:spPr>
      <a:bodyPr rot="0" spcFirstLastPara="1" vertOverflow="overflow" horzOverflow="overflow" vert="horz" wrap="square" lIns="45719" tIns="45719" rIns="45719" bIns="45719" numCol="1" spcCol="38100" rtlCol="0" anchor="ctr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Arial"/>
            <a:ea typeface="Arial"/>
            <a:cs typeface="Arial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38100" cap="flat">
          <a:solidFill>
            <a:schemeClr val="accent1"/>
          </a:solidFill>
          <a:prstDash val="solid"/>
          <a:round/>
        </a:ln>
        <a:effectLst>
          <a:outerShdw blurRad="50800" dist="38100" dir="5400000" rotWithShape="0">
            <a:srgbClr val="000000">
              <a:alpha val="43137"/>
            </a:srgbClr>
          </a:outerShdw>
        </a:effectLst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Arial"/>
            <a:ea typeface="Arial"/>
            <a:cs typeface="Arial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包图主题2">
  <a:themeElements>
    <a:clrScheme name="包图主题2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E53238"/>
      </a:accent1>
      <a:accent2>
        <a:srgbClr val="0064D2"/>
      </a:accent2>
      <a:accent3>
        <a:srgbClr val="801C1F"/>
      </a:accent3>
      <a:accent4>
        <a:srgbClr val="003876"/>
      </a:accent4>
      <a:accent5>
        <a:srgbClr val="621618"/>
      </a:accent5>
      <a:accent6>
        <a:srgbClr val="002B5A"/>
      </a:accent6>
      <a:hlink>
        <a:srgbClr val="0000FF"/>
      </a:hlink>
      <a:folHlink>
        <a:srgbClr val="FF00FF"/>
      </a:folHlink>
    </a:clrScheme>
    <a:fontScheme name="包图主题2">
      <a:majorFont>
        <a:latin typeface="等线"/>
        <a:ea typeface="等线"/>
        <a:cs typeface="等线"/>
      </a:majorFont>
      <a:minorFont>
        <a:latin typeface="Helvetica"/>
        <a:ea typeface="Helvetica"/>
        <a:cs typeface="Helvetica"/>
      </a:minorFont>
    </a:fontScheme>
    <a:fmtScheme name="包图主题2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38100" dir="5400000" rotWithShape="0">
              <a:srgbClr val="000000">
                <a:alpha val="43137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43137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43137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38100" cap="flat">
          <a:solidFill>
            <a:schemeClr val="accent1"/>
          </a:solidFill>
          <a:prstDash val="solid"/>
          <a:round/>
        </a:ln>
        <a:effectLst>
          <a:outerShdw blurRad="50800" dist="38100" dir="5400000" rotWithShape="0">
            <a:srgbClr val="000000">
              <a:alpha val="43137"/>
            </a:srgbClr>
          </a:outerShdw>
        </a:effectLst>
      </a:spPr>
      <a:bodyPr rot="0" spcFirstLastPara="1" vertOverflow="overflow" horzOverflow="overflow" vert="horz" wrap="square" lIns="45719" tIns="45719" rIns="45719" bIns="45719" numCol="1" spcCol="38100" rtlCol="0" anchor="ctr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Arial"/>
            <a:ea typeface="Arial"/>
            <a:cs typeface="Arial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38100" cap="flat">
          <a:solidFill>
            <a:schemeClr val="accent1"/>
          </a:solidFill>
          <a:prstDash val="solid"/>
          <a:round/>
        </a:ln>
        <a:effectLst>
          <a:outerShdw blurRad="50800" dist="38100" dir="5400000" rotWithShape="0">
            <a:srgbClr val="000000">
              <a:alpha val="43137"/>
            </a:srgbClr>
          </a:outerShdw>
        </a:effectLst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Arial"/>
            <a:ea typeface="Arial"/>
            <a:cs typeface="Arial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280</Words>
  <Application>Microsoft Office PowerPoint</Application>
  <PresentationFormat>宽屏</PresentationFormat>
  <Paragraphs>23</Paragraphs>
  <Slides>2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7" baseType="lpstr">
      <vt:lpstr>等线</vt:lpstr>
      <vt:lpstr>楷体</vt:lpstr>
      <vt:lpstr>微软雅黑</vt:lpstr>
      <vt:lpstr>Arial</vt:lpstr>
      <vt:lpstr>1_包图主题2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K_OCEAN</dc:creator>
  <cp:lastModifiedBy>陈晶</cp:lastModifiedBy>
  <cp:revision>1073</cp:revision>
  <dcterms:created xsi:type="dcterms:W3CDTF">2019-03-25T05:53:00Z</dcterms:created>
  <dcterms:modified xsi:type="dcterms:W3CDTF">2026-03-16T08:25:06Z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2052-10.1.0.5740</vt:lpwstr>
  </property>
</Properties>
</file>