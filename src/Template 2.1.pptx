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50" r:id="rId15"/>
    <p:sldId id="297" r:id="rId16"/>
    <p:sldId id="966" r:id="rId17"/>
    <p:sldId id="965" r:id="rId1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37" autoAdjust="0"/>
    <p:restoredTop sz="65688" autoAdjust="0"/>
  </p:normalViewPr>
  <p:slideViewPr>
    <p:cSldViewPr>
      <p:cViewPr varScale="1">
        <p:scale>
          <a:sx n="51" d="100"/>
          <a:sy n="51" d="100"/>
        </p:scale>
        <p:origin x="228" y="72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篮球鞋试穿问卷!$D$20:$D$26</c:f>
              <c:strCache>
                <c:ptCount val="7"/>
                <c:pt idx="0">
                  <c:v>抓地性（Traction）</c:v>
                </c:pt>
                <c:pt idx="1">
                  <c:v>缓震性（Cushioning）</c:v>
                </c:pt>
                <c:pt idx="2">
                  <c:v>包裹性（Lockdwon）</c:v>
                </c:pt>
                <c:pt idx="3">
                  <c:v>抗扭转性（Torsional Support ）</c:v>
                </c:pt>
                <c:pt idx="4">
                  <c:v>重量&amp;透气性（Weight&amp;Ventilation）</c:v>
                </c:pt>
                <c:pt idx="5">
                  <c:v>防侧翻性（Lateral Stability）</c:v>
                </c:pt>
                <c:pt idx="6">
                  <c:v>耐久性（Durability）</c:v>
                </c:pt>
              </c:strCache>
            </c:strRef>
          </c:cat>
          <c:val>
            <c:numRef>
              <c:f>篮球鞋试穿问卷!$E$20:$E$26</c:f>
              <c:numCache>
                <c:formatCode>0.00</c:formatCode>
                <c:ptCount val="7"/>
                <c:pt idx="0">
                  <c:v>8.3333333333333339</c:v>
                </c:pt>
                <c:pt idx="1">
                  <c:v>8.6666666666666661</c:v>
                </c:pt>
                <c:pt idx="2">
                  <c:v>8.3333333333333339</c:v>
                </c:pt>
                <c:pt idx="3">
                  <c:v>8.3333333333333339</c:v>
                </c:pt>
                <c:pt idx="4">
                  <c:v>8.3333333333333339</c:v>
                </c:pt>
                <c:pt idx="5">
                  <c:v>8</c:v>
                </c:pt>
                <c:pt idx="6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17A-4011-A90B-B56100D252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7E194-F591-4967-BDE8-9E9553068F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844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DCC48-DBB6-BEE3-3C06-0394F6AE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C8781A-C651-91C3-7F95-2366B1DC5B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56FAEB4-486A-9EFE-9D6F-AB210350C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3080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4F2E1-2390-75AF-045D-8190ADC9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CF58E2-8425-29C4-047D-05D4038A0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CEFCAE2-E407-C86B-9458-280F31C97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16061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4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B2C9E-A068-AFF8-8ECC-84E106305DF8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7058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2871-22AD-CD04-93E5-4F0D7DBE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F50DEA5D-1F8C-E6C7-F38E-3BF5E45B9769}"/>
              </a:ext>
            </a:extLst>
          </p:cNvPr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7C47286-FC69-D4E4-D583-85C7677B7966}"/>
              </a:ext>
            </a:extLst>
          </p:cNvPr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5DD6B7A-B688-6DA9-176F-5A5DFEEA00EE}"/>
              </a:ext>
            </a:extLst>
          </p:cNvPr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12C4E460-3A6C-A0B8-A199-E88E7D56AE50}"/>
              </a:ext>
            </a:extLst>
          </p:cNvPr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452091F-39DE-516E-A86F-659BE408A02D}"/>
              </a:ext>
            </a:extLst>
          </p:cNvPr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9D531F9-36DA-34FB-E12A-04412C063202}"/>
              </a:ext>
            </a:extLst>
          </p:cNvPr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BFC7A53-AA8B-B0EF-CF11-90B5207603D7}"/>
              </a:ext>
            </a:extLst>
          </p:cNvPr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F159957-409B-9120-31A3-90231868E118}"/>
              </a:ext>
            </a:extLst>
          </p:cNvPr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1DB6164-BA5C-E2C5-92D3-A62FBD08B5D1}"/>
              </a:ext>
            </a:extLst>
          </p:cNvPr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B44C807-C513-55F7-BB5A-5759370D75B2}"/>
              </a:ext>
            </a:extLst>
          </p:cNvPr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35BB10F-EBCB-A4B1-E2DF-220535271FF7}"/>
              </a:ext>
            </a:extLst>
          </p:cNvPr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8835-406A-564B-1896-E2E725C2CB96}"/>
              </a:ext>
            </a:extLst>
          </p:cNvPr>
          <p:cNvSpPr/>
          <p:nvPr/>
        </p:nvSpPr>
        <p:spPr>
          <a:xfrm>
            <a:off x="9840416" y="44624"/>
            <a:ext cx="773897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48B9329-8CFE-4E4D-2103-764F17732125}"/>
              </a:ext>
            </a:extLst>
          </p:cNvPr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BE1BE92-E54B-4677-2142-4852FA892F8B}"/>
              </a:ext>
            </a:extLst>
          </p:cNvPr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FE8141-3EF8-DBB5-DC05-C376CE4943C0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70494-1D94-5B53-200B-3831A13B19F9}"/>
              </a:ext>
            </a:extLst>
          </p:cNvPr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>
            <a:extLst>
              <a:ext uri="{FF2B5EF4-FFF2-40B4-BE49-F238E27FC236}">
                <a16:creationId xmlns:a16="http://schemas.microsoft.com/office/drawing/2014/main" id="{C5758638-8F56-A657-1C99-5CCB8D6C3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2B42C03E-06F3-D01E-F474-736165E793C2}"/>
              </a:ext>
            </a:extLst>
          </p:cNvPr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58502D-576B-6C89-24AF-E760030EC50F}"/>
              </a:ext>
            </a:extLst>
          </p:cNvPr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GRASS</a:t>
            </a:r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1E37340-F6D0-F899-62FA-DA4731BEE932}"/>
              </a:ext>
            </a:extLst>
          </p:cNvPr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矩形 68">
            <a:extLst>
              <a:ext uri="{FF2B5EF4-FFF2-40B4-BE49-F238E27FC236}">
                <a16:creationId xmlns:a16="http://schemas.microsoft.com/office/drawing/2014/main" id="{136896C7-0B6C-262C-802E-48BF59BAAEF2}"/>
              </a:ext>
            </a:extLst>
          </p:cNvPr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6B25D678-3B68-D983-3D9D-A325506B9C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505BE928-C9B9-002F-6818-DB405601F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98A7A975-90D3-C2F4-28A0-5B741523D152}"/>
              </a:ext>
            </a:extLst>
          </p:cNvPr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CFB63C-5BA7-CCAE-C088-64467DEF277C}"/>
              </a:ext>
            </a:extLst>
          </p:cNvPr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graphicFrame>
        <p:nvGraphicFramePr>
          <p:cNvPr id="19" name="图表 44">
            <a:extLst>
              <a:ext uri="{FF2B5EF4-FFF2-40B4-BE49-F238E27FC236}">
                <a16:creationId xmlns:a16="http://schemas.microsoft.com/office/drawing/2014/main" id="{C1BC75A2-27B3-3F68-EFE7-7569403389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30057133"/>
              </p:ext>
            </p:extLst>
          </p:nvPr>
        </p:nvGraphicFramePr>
        <p:xfrm>
          <a:off x="3071664" y="290013"/>
          <a:ext cx="5934011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758356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1857-89CF-8C2F-E2E6-E828579B4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960AF60-2CE0-F6E2-D970-2B2D3F330A45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218886361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09B17-59BC-6642-6114-D6FADF40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F494C62-2966-3928-682B-B339878946BB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01E3B39-1748-6C5F-8B34-3D4A894D5B65}"/>
              </a:ext>
            </a:extLst>
          </p:cNvPr>
          <p:cNvSpPr txBox="1"/>
          <p:nvPr/>
        </p:nvSpPr>
        <p:spPr>
          <a:xfrm>
            <a:off x="479376" y="1628800"/>
            <a:ext cx="8242141" cy="419794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FF0000"/>
                </a:solidFill>
              </a:rPr>
              <a:t>优势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包裹性表现较好</a:t>
            </a:r>
            <a:r>
              <a:rPr lang="zh-CN" altLang="en-US" dirty="0"/>
              <a:t>，鞋脚一体性明显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支撑与刚性在线</a:t>
            </a:r>
            <a:r>
              <a:rPr lang="zh-CN" altLang="en-US" dirty="0"/>
              <a:t>，实战稳定性较好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整体舒适度不错</a:t>
            </a:r>
            <a:endParaRPr lang="zh-CN" altLang="en-US" dirty="0"/>
          </a:p>
          <a:p>
            <a:pPr>
              <a:lnSpc>
                <a:spcPct val="150000"/>
              </a:lnSpc>
              <a:buNone/>
            </a:pPr>
            <a:endParaRPr lang="en-US" altLang="zh-CN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0070C0"/>
                </a:solidFill>
              </a:rPr>
              <a:t>问题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抓地不足（</a:t>
            </a:r>
            <a:r>
              <a:rPr lang="en-US" altLang="zh-CN" b="1" dirty="0"/>
              <a:t>4/7</a:t>
            </a:r>
            <a:r>
              <a:rPr lang="zh-CN" altLang="en-US" b="1" dirty="0"/>
              <a:t>）</a:t>
            </a:r>
            <a:r>
              <a:rPr lang="zh-CN" altLang="en-US" dirty="0"/>
              <a:t>：木地板、急停、横移时更明显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后跟</a:t>
            </a:r>
            <a:r>
              <a:rPr lang="en-US" altLang="zh-CN" b="1" dirty="0"/>
              <a:t>/</a:t>
            </a:r>
            <a:r>
              <a:rPr lang="zh-CN" altLang="en-US" b="1" dirty="0"/>
              <a:t>脚踝问题（</a:t>
            </a:r>
            <a:r>
              <a:rPr lang="en-US" altLang="zh-CN" b="1" dirty="0"/>
              <a:t>3/7</a:t>
            </a:r>
            <a:r>
              <a:rPr lang="zh-CN" altLang="en-US" b="1" dirty="0"/>
              <a:t>）</a:t>
            </a:r>
            <a:r>
              <a:rPr lang="zh-CN" altLang="en-US" dirty="0"/>
              <a:t>：掉跟、外踝卡脚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缓震偏硬</a:t>
            </a:r>
            <a:r>
              <a:rPr lang="en-US" altLang="zh-CN" b="1" dirty="0"/>
              <a:t>/</a:t>
            </a:r>
            <a:r>
              <a:rPr lang="zh-CN" altLang="en-US" b="1" dirty="0"/>
              <a:t>偏薄（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：前掌硬、后跟硬、缓震感不足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鞋带偏短（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 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ED99B3E-3E42-AA7F-192A-E2595295D225}"/>
              </a:ext>
            </a:extLst>
          </p:cNvPr>
          <p:cNvSpPr txBox="1"/>
          <p:nvPr/>
        </p:nvSpPr>
        <p:spPr>
          <a:xfrm>
            <a:off x="6989412" y="1862253"/>
            <a:ext cx="6096000" cy="3366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/>
              <a:t>修改建议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solidFill>
                  <a:schemeClr val="accent1"/>
                </a:solidFill>
              </a:rPr>
              <a:t>P1</a:t>
            </a:r>
            <a:r>
              <a:rPr lang="zh-CN" altLang="en-US" b="1" dirty="0">
                <a:solidFill>
                  <a:schemeClr val="accent1"/>
                </a:solidFill>
              </a:rPr>
              <a:t>：优化抓地</a:t>
            </a:r>
            <a:br>
              <a:rPr lang="zh-CN" altLang="en-US" dirty="0"/>
            </a:br>
            <a:r>
              <a:rPr lang="zh-CN" altLang="en-US" dirty="0"/>
              <a:t>核查橡胶硬度，如果硬度正确考虑调软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更换为普通橡胶或者止滑橡胶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P1</a:t>
            </a:r>
            <a:r>
              <a:rPr lang="zh-CN" altLang="en-US" b="1" dirty="0"/>
              <a:t>：优化后跟锁定</a:t>
            </a:r>
            <a:br>
              <a:rPr lang="zh-CN" altLang="en-US" dirty="0"/>
            </a:br>
            <a:r>
              <a:rPr lang="zh-CN" altLang="en-US" dirty="0"/>
              <a:t>调整后跟杯、领口泡棉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P2</a:t>
            </a:r>
            <a:r>
              <a:rPr lang="zh-CN" altLang="en-US" b="1" dirty="0"/>
              <a:t>：修正细节体验</a:t>
            </a:r>
            <a:br>
              <a:rPr lang="zh-CN" altLang="en-US" dirty="0"/>
            </a:br>
            <a:r>
              <a:rPr lang="zh-CN" altLang="en-US" dirty="0"/>
              <a:t>加长鞋带</a:t>
            </a:r>
          </a:p>
        </p:txBody>
      </p:sp>
    </p:spTree>
    <p:extLst>
      <p:ext uri="{BB962C8B-B14F-4D97-AF65-F5344CB8AC3E}">
        <p14:creationId xmlns:p14="http://schemas.microsoft.com/office/powerpoint/2010/main" val="1802919555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1318</Words>
  <Application>Microsoft Office PowerPoint</Application>
  <PresentationFormat>宽屏</PresentationFormat>
  <Paragraphs>280</Paragraphs>
  <Slides>17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3" baseType="lpstr">
      <vt:lpstr>等线</vt:lpstr>
      <vt:lpstr>楷体</vt:lpstr>
      <vt:lpstr>微软雅黑</vt:lpstr>
      <vt:lpstr>Arial</vt:lpstr>
      <vt:lpstr>Wingdings</vt:lpstr>
      <vt:lpstr>1_包图主题2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陈晶</cp:lastModifiedBy>
  <cp:revision>1074</cp:revision>
  <dcterms:created xsi:type="dcterms:W3CDTF">2019-03-25T05:53:00Z</dcterms:created>
  <dcterms:modified xsi:type="dcterms:W3CDTF">2026-04-15T03:12:02Z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