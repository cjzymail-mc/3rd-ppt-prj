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66" r:id="rId17"/>
    <p:sldId id="965" r:id="rId1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7" autoAdjust="0"/>
    <p:restoredTop sz="65688" autoAdjust="0"/>
  </p:normalViewPr>
  <p:slideViewPr>
    <p:cSldViewPr>
      <p:cViewPr varScale="1">
        <p:scale>
          <a:sx n="84" d="100"/>
          <a:sy n="84" d="100"/>
        </p:scale>
        <p:origin x="1506" y="78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Lit>
              <c:ptCount val="7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  <c:pt idx="6">
                <c:v>G</c:v>
              </c:pt>
            </c:strLit>
          </c:cat>
          <c:val>
            <c:numLit>
              <c:formatCode>General</c:formatCode>
              <c:ptCount val="7"/>
              <c:pt idx="0">
                <c:v>4</c:v>
              </c:pt>
              <c:pt idx="1">
                <c:v>5</c:v>
              </c:pt>
              <c:pt idx="2">
                <c:v>6</c:v>
              </c:pt>
              <c:pt idx="3">
                <c:v>7</c:v>
              </c:pt>
              <c:pt idx="4">
                <c:v>8</c:v>
              </c:pt>
              <c:pt idx="5">
                <c:v>9</c:v>
              </c:pt>
              <c:pt idx="6">
                <c:v>10</c:v>
              </c:pt>
            </c:numLit>
          </c:val>
          <c:extLst>
            <c:ext xmlns:c16="http://schemas.microsoft.com/office/drawing/2014/chart" uri="{C3380CC4-5D6E-409C-BE32-E72D297353CC}">
              <c16:uniqueId val="{00000000-0C42-44F5-BAE0-8ACEE41664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S+     95-100 </a:t>
            </a:r>
            <a:br>
              <a:rPr lang="en-US" altLang="zh-CN" dirty="0"/>
            </a:br>
            <a:r>
              <a:rPr lang="en-US" altLang="zh-CN" dirty="0"/>
              <a:t>S-     90-95 </a:t>
            </a:r>
            <a:br>
              <a:rPr lang="en-US" altLang="zh-CN" dirty="0"/>
            </a:br>
            <a:r>
              <a:rPr lang="en-US" altLang="zh-CN" dirty="0"/>
              <a:t>A+     85-90 </a:t>
            </a:r>
            <a:br>
              <a:rPr lang="en-US" altLang="zh-CN" dirty="0"/>
            </a:br>
            <a:r>
              <a:rPr lang="en-US" altLang="zh-CN" dirty="0"/>
              <a:t>A-     80-85 </a:t>
            </a:r>
            <a:br>
              <a:rPr lang="en-US" altLang="zh-CN" dirty="0"/>
            </a:br>
            <a:r>
              <a:rPr lang="en-US" altLang="zh-CN" dirty="0"/>
              <a:t>B+     75-80 </a:t>
            </a:r>
            <a:br>
              <a:rPr lang="en-US" altLang="zh-CN" dirty="0"/>
            </a:br>
            <a:r>
              <a:rPr lang="en-US" altLang="zh-CN" dirty="0"/>
              <a:t>B-     70-75 </a:t>
            </a:r>
            <a:br>
              <a:rPr lang="en-US" altLang="zh-CN" dirty="0"/>
            </a:br>
            <a:r>
              <a:rPr lang="en-US" altLang="zh-CN" dirty="0"/>
              <a:t>C+     65-70</a:t>
            </a:r>
            <a:br>
              <a:rPr lang="en-US" altLang="zh-CN" dirty="0"/>
            </a:br>
            <a:r>
              <a:rPr lang="en-US" altLang="zh-CN" dirty="0"/>
              <a:t>C-     60-65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CC48-DBB6-BEE3-3C06-0394F6AE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C8781A-C651-91C3-7F95-2366B1DC5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56FAEB4-486A-9EFE-9D6F-AB210350C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308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2E1-2390-75AF-045D-8190ADC9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CF58E2-8425-29C4-047D-05D4038A0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EFCAE2-E407-C86B-9458-280F31C9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6061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4" name="图表 13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53894"/>
              </p:ext>
            </p:extLst>
          </p:nvPr>
        </p:nvGraphicFramePr>
        <p:xfrm>
          <a:off x="3075816" y="278825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1857-89CF-8C2F-E2E6-E828579B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60AF60-2CE0-F6E2-D970-2B2D3F330A45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18886361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09B17-59BC-6642-6114-D6FADF40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F494C62-2966-3928-682B-B339878946BB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1E3B39-1748-6C5F-8B34-3D4A894D5B65}"/>
              </a:ext>
            </a:extLst>
          </p:cNvPr>
          <p:cNvSpPr txBox="1"/>
          <p:nvPr/>
        </p:nvSpPr>
        <p:spPr>
          <a:xfrm>
            <a:off x="479376" y="1628800"/>
            <a:ext cx="8242141" cy="419794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优势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包裹性表现较好</a:t>
            </a:r>
            <a:r>
              <a:rPr lang="zh-CN" altLang="en-US" dirty="0"/>
              <a:t>，鞋脚一体性明显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支撑与刚性在线</a:t>
            </a:r>
            <a:r>
              <a:rPr lang="zh-CN" altLang="en-US" dirty="0"/>
              <a:t>，实战稳定性较好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整体舒适度不错</a:t>
            </a:r>
            <a:endParaRPr lang="zh-CN" altLang="en-US" dirty="0"/>
          </a:p>
          <a:p>
            <a:pPr>
              <a:lnSpc>
                <a:spcPct val="150000"/>
              </a:lnSpc>
              <a:buNone/>
            </a:pPr>
            <a:endParaRPr lang="en-US" altLang="zh-CN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0070C0"/>
                </a:solidFill>
              </a:rPr>
              <a:t>问题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抓地不足（</a:t>
            </a:r>
            <a:r>
              <a:rPr lang="en-US" altLang="zh-CN" b="1" dirty="0"/>
              <a:t>4/7</a:t>
            </a:r>
            <a:r>
              <a:rPr lang="zh-CN" altLang="en-US" b="1" dirty="0"/>
              <a:t>）</a:t>
            </a:r>
            <a:r>
              <a:rPr lang="zh-CN" altLang="en-US" dirty="0"/>
              <a:t>：木地板、急停、横移时更明显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后跟</a:t>
            </a:r>
            <a:r>
              <a:rPr lang="en-US" altLang="zh-CN" b="1" dirty="0"/>
              <a:t>/</a:t>
            </a:r>
            <a:r>
              <a:rPr lang="zh-CN" altLang="en-US" b="1" dirty="0"/>
              <a:t>脚踝问题（</a:t>
            </a:r>
            <a:r>
              <a:rPr lang="en-US" altLang="zh-CN" b="1" dirty="0"/>
              <a:t>3/7</a:t>
            </a:r>
            <a:r>
              <a:rPr lang="zh-CN" altLang="en-US" b="1" dirty="0"/>
              <a:t>）</a:t>
            </a:r>
            <a:r>
              <a:rPr lang="zh-CN" altLang="en-US" dirty="0"/>
              <a:t>：掉跟、外踝卡脚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缓震偏硬</a:t>
            </a:r>
            <a:r>
              <a:rPr lang="en-US" altLang="zh-CN" b="1" dirty="0"/>
              <a:t>/</a:t>
            </a:r>
            <a:r>
              <a:rPr lang="zh-CN" altLang="en-US" b="1" dirty="0"/>
              <a:t>偏薄（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：前掌硬、后跟硬、缓震感不足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鞋带偏短（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ED99B3E-3E42-AA7F-192A-E2595295D225}"/>
              </a:ext>
            </a:extLst>
          </p:cNvPr>
          <p:cNvSpPr txBox="1"/>
          <p:nvPr/>
        </p:nvSpPr>
        <p:spPr>
          <a:xfrm>
            <a:off x="6989412" y="1862253"/>
            <a:ext cx="6096000" cy="3366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/>
              <a:t>修改建议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chemeClr val="accent1"/>
                </a:solidFill>
              </a:rPr>
              <a:t>P1</a:t>
            </a:r>
            <a:r>
              <a:rPr lang="zh-CN" altLang="en-US" b="1" dirty="0">
                <a:solidFill>
                  <a:schemeClr val="accent1"/>
                </a:solidFill>
              </a:rPr>
              <a:t>：优化抓地</a:t>
            </a:r>
            <a:br>
              <a:rPr lang="zh-CN" altLang="en-US" dirty="0"/>
            </a:br>
            <a:r>
              <a:rPr lang="zh-CN" altLang="en-US" dirty="0"/>
              <a:t>核查橡胶硬度，如果硬度正确考虑调软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更换为普通橡胶或者止滑橡胶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P1</a:t>
            </a:r>
            <a:r>
              <a:rPr lang="zh-CN" altLang="en-US" b="1" dirty="0"/>
              <a:t>：优化后跟锁定</a:t>
            </a:r>
            <a:br>
              <a:rPr lang="zh-CN" altLang="en-US" dirty="0"/>
            </a:br>
            <a:r>
              <a:rPr lang="zh-CN" altLang="en-US" dirty="0"/>
              <a:t>调整后跟杯、领口泡棉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P2</a:t>
            </a:r>
            <a:r>
              <a:rPr lang="zh-CN" altLang="en-US" b="1" dirty="0"/>
              <a:t>：修正细节体验</a:t>
            </a:r>
            <a:br>
              <a:rPr lang="zh-CN" altLang="en-US" dirty="0"/>
            </a:br>
            <a:r>
              <a:rPr lang="zh-CN" altLang="en-US" dirty="0"/>
              <a:t>加长鞋带</a:t>
            </a:r>
          </a:p>
        </p:txBody>
      </p:sp>
    </p:spTree>
    <p:extLst>
      <p:ext uri="{BB962C8B-B14F-4D97-AF65-F5344CB8AC3E}">
        <p14:creationId xmlns:p14="http://schemas.microsoft.com/office/powerpoint/2010/main" val="1802919555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1345</Words>
  <Application>Microsoft Office PowerPoint</Application>
  <PresentationFormat>宽屏</PresentationFormat>
  <Paragraphs>281</Paragraphs>
  <Slides>17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3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1080</cp:revision>
  <dcterms:created xsi:type="dcterms:W3CDTF">2019-03-25T05:53:00Z</dcterms:created>
  <dcterms:modified xsi:type="dcterms:W3CDTF">2026-04-27T05:22:10Z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