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48"/>
    <a:srgbClr val="1E7C4A"/>
    <a:srgbClr val="CFCFCF"/>
    <a:srgbClr val="F3F3F3"/>
    <a:srgbClr val="B01A2B"/>
    <a:srgbClr val="5B9BD5"/>
    <a:srgbClr val="8FC31E"/>
    <a:srgbClr val="84B028"/>
    <a:srgbClr val="737373"/>
    <a:srgbClr val="5E5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5338" autoAdjust="0"/>
  </p:normalViewPr>
  <p:slideViewPr>
    <p:cSldViewPr snapToGrid="0">
      <p:cViewPr varScale="1">
        <p:scale>
          <a:sx n="114" d="100"/>
          <a:sy n="114" d="100"/>
        </p:scale>
        <p:origin x="11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E6856-B405-4FBA-87E6-EBB2FA2EFF5F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7E194-F591-4967-BDE8-9E9553068F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8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21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0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9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3226776" y="1960685"/>
            <a:ext cx="5205046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3226776" y="4088424"/>
            <a:ext cx="5205046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143" y="85359"/>
            <a:ext cx="862357" cy="916965"/>
          </a:xfrm>
          <a:prstGeom prst="rect">
            <a:avLst/>
          </a:prstGeom>
        </p:spPr>
      </p:pic>
      <p:cxnSp>
        <p:nvCxnSpPr>
          <p:cNvPr id="17" name="直接连接符 16"/>
          <p:cNvCxnSpPr/>
          <p:nvPr userDrawn="1"/>
        </p:nvCxnSpPr>
        <p:spPr>
          <a:xfrm>
            <a:off x="2927837" y="3077308"/>
            <a:ext cx="597878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8132883" y="3077308"/>
            <a:ext cx="597878" cy="0"/>
          </a:xfrm>
          <a:prstGeom prst="line">
            <a:avLst/>
          </a:prstGeom>
          <a:ln w="76200">
            <a:solidFill>
              <a:srgbClr val="AC1E1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3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7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7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5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6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6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DD5D1F-DEBC-41A9-9911-67013E7C8039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F2169E-9655-4F3C-B0DA-FDEE3E0CE5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5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6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测试者平均体重：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</a:t>
            </a:r>
          </a:p>
        </p:txBody>
      </p:sp>
      <p:sp>
        <p:nvSpPr>
          <p:cNvPr id="20" name="矩形 19"/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 hangingPunct="0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‘鞋款名称’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图片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1" name="矩形 70"/>
          <p:cNvSpPr/>
          <p:nvPr/>
        </p:nvSpPr>
        <p:spPr>
          <a:xfrm>
            <a:off x="9196387" y="4553306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1422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2531</TotalTime>
  <Words>20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楷体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杨祖锐</dc:creator>
  <cp:lastModifiedBy>陈晶</cp:lastModifiedBy>
  <cp:revision>185</cp:revision>
  <dcterms:created xsi:type="dcterms:W3CDTF">2024-07-30T01:33:59Z</dcterms:created>
  <dcterms:modified xsi:type="dcterms:W3CDTF">2026-02-10T01:07:57Z</dcterms:modified>
</cp:coreProperties>
</file>