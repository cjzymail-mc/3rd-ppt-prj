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7"/>
              <c:pt idx="0">
                <c:v>抓地性（Traction）</c:v>
              </c:pt>
              <c:pt idx="1">
                <c:v>重量&amp;透气性（Weight&amp;Ventilation）</c:v>
              </c:pt>
              <c:pt idx="2">
                <c:v>缓震性（Cushioning）</c:v>
              </c:pt>
              <c:pt idx="3">
                <c:v>包裹性（Lockdwon）</c:v>
              </c:pt>
              <c:pt idx="4">
                <c:v>抗扭转性（Torsional Support ）</c:v>
              </c:pt>
              <c:pt idx="5">
                <c:v>防侧翻性（Lateral Stability）</c:v>
              </c:pt>
              <c:pt idx="6">
                <c:v>耐久性（Durability）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10</c:v>
              </c:pt>
              <c:pt idx="2">
                <c:v>5</c:v>
              </c:pt>
              <c:pt idx="3">
                <c:v>10</c:v>
              </c:pt>
              <c:pt idx="4">
                <c:v>10</c:v>
              </c:pt>
              <c:pt idx="5">
                <c:v>10</c:v>
              </c:pt>
              <c:pt idx="6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0-717A-4011-A90B-B56100D2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53CD2-FA34-4B69-9E22-AFB59292F512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FBFAE-2583-45A6-93E4-0CFFBAE01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58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609AF-3BCA-5D86-B683-CE427A698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1C0A02-0BAA-4DD8-495E-996CDDE75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A5A1D6-380F-E453-B93D-21C091669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E621BA-C7F0-2D40-9843-3035CA870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D76096-6748-3809-23BE-0E717678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93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EE7C7-C01C-C782-AEC9-9556A11D0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A830B-BFFB-AE6F-E99B-319A64C7D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96148-16AB-3E62-B35B-613D3966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337BE0-56E1-EAB6-B246-28203282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5149E2-2660-2036-9908-279B7D06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21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B53DF-42CA-E038-DC1E-CA7D9F30A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512B2-8DA1-B093-17EF-44C8F326F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F73C3A-8EA9-D125-D47C-488FED36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716E3-6C52-0D20-2870-52922FE7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FA5F37-7AA1-6CC1-CBCA-AC4943D8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72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9C949-DB12-5EDD-356B-08369FBA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709F38-474E-C0EB-25ED-000C55F38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0AC75A-5F1A-A5B9-F7EF-2BC859BEF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4C1749-359B-3CF9-B9D5-D81262EA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21653C-B3B3-A29D-9950-BA04F9B6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C77A7E-6D8C-C7CE-C48C-E19D530F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05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7CD74-87F8-B359-C8B8-17746108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158888-FEEA-1E3A-9EA6-3CC9DE091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AD82F-8EF8-6E30-7149-DC2C9245F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6D820F-1C4C-0DFB-3C30-007FEB9DC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361CA2-91BA-CBF9-4C71-4B20DE8F5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604DEB-B3C6-8D13-7F4C-6FEDF98A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65EA59-C59C-8C82-123B-307E51C3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6282D5-4755-E4AB-54F5-3BAADA34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82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66EF8-FD43-2A2E-C0F1-AAF00EF2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B71F3D-4AEA-CE01-B631-C3171CA1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7EA05A-F357-89F0-456B-F941C131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740B83-CBC3-525C-7D3A-9FECF18A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83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F04AFB-EFE7-DE24-72CF-E3675843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7AC697-8C5E-F880-5C45-9656CAC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FC8807-FC65-7F3D-442E-47CA94B3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20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2E958-AEF4-0A30-E30C-FC778D214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19ED26-1C28-FC31-9047-48B0850FB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D48085-A0ED-2D11-9502-290CB6132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36F5B7-C84C-FCE2-DF99-C82B3B01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78CDD3-457C-32B6-DF4C-7489A4CF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7AB6A8-0840-8AD3-8E59-02355583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991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6E9D83-6576-879F-A9FC-AA947AFE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274450-5355-A5AF-94B0-23D3C20C0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7CDA51-2437-0964-AF5C-25C72FD2C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42E1E6-B2E6-F0E3-DF65-90A8C7DD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E7B4BD-EC30-CA0C-B5BC-CC4833FF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0CC2A5-5E42-3221-6A1E-0E52AD1D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56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A6DA-79C0-43C8-B97E-A2F4EACF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552BDC-046F-BDD5-4898-B1C7F3242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2D4E7F-E74E-3EAA-71C0-21E730F9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F9D19-5167-1712-A746-5EC3F9D5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788B82-B6B5-04AE-68CA-BCEB7EF4B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9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05535F-E9AD-FDDC-2014-A3E4FA36C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91346D-EF9D-B789-0DC8-BF27F9B5C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B505D8-2603-FDD0-ABEF-8275CAE3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D2505F-8C62-4965-A0C7-706BC1B35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05EE1-3AD0-F473-D92B-4E0DF564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5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40468F-0E2A-A4BB-8604-C792FC895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8BD813-FDB5-9C1E-4BE1-7861E3950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3F4AF4-820B-20EC-205E-05997315B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C3745-B990-43D5-9164-C28206D6C5D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3D545C-68B2-F7F7-D919-49227E667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EC68EB-56AF-819B-0154-D12E007FC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51676-63AD-4BF2-A6EB-759145111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50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8.43/10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A-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人
测试者平均体重：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84.3KG
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测试者球场定位：速度型后卫、突投结合，偏后卫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defTabSz="457200" hangingPunct="0"/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‘SUPER GRASS’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名样本反馈显示，这双鞋的主要短板集中在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防滑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名测试者明确提到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力、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防滑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性仍需提升，实战中容易让人对启动和急停的稳定表现产生顾虑，建议优先优化外底止滑表现（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
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鞋面舒适性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方面也有明显槽点：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名测试者提到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鞋面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发卡、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舒适性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略差，另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名测试者反馈弯折处会卡脚背，说明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鞋面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在局部弯折和贴合处理上仍不够友好，建议改善材料柔顺度与关键区域压迫感（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
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鞋带绑缚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体验存在问题：有测试者反馈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鞋带绑缚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不舒适，且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鞋带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偏短、容易系不住，这会影响穿脱效率和动态中的锁定感，建议同步调整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鞋带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长度与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顺滑度（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
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足弓支撑稳定性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仍有隐患：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名测试者表示</a:t>
            </a:r>
            <a:r>
              <a:rPr lang="zh-CN" altLang="en-US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足弓支撑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不足，另有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名测试者提到足弓会内扣、运动中内扣更明显，说明这双鞋对部分脚型的中足支撑还不够稳妥，建议加强足弓区域支撑表现（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名样本反馈显示，这双鞋的明确优点首先在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包裹支撑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基础表现上：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名测试者均给出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包裹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性、抗扭转性、防侧翻性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分，且有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人明确认为足弓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足够，建议优先推荐给重视整体框架稳定感的后卫型球员（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
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重量透气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也是一致性很高的强项：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名测试者都给出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透气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分，说明整鞋在轻快感与穿着负担控制上表现突出，建议关注需要频繁变向、提速的实战场景（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
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耐磨防滑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方面虽非全员认可，但仍有正向反馈：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名测试者明确提到鞋底橡胶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耐磨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防滑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属性还不错，且落地摩擦声不明显，说明外底基础使用表现具备一定可取之处（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9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/>
        </p:nvGraphicFramePr>
        <p:xfrm>
          <a:off x="3071664" y="290013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陈晶</dc:creator>
  <cp:lastModifiedBy>陈晶</cp:lastModifiedBy>
  <cp:revision>2</cp:revision>
  <dcterms:created xsi:type="dcterms:W3CDTF">2026-03-23T08:47:17Z</dcterms:created>
  <dcterms:modified xsi:type="dcterms:W3CDTF">2026-03-23T09:12:19Z</dcterms:modified>
</cp:coreProperties>
</file>