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66" r:id="rId2"/>
    <p:sldId id="965" r:id="rId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80" autoAdjust="0"/>
    <p:restoredTop sz="84709" autoAdjust="0"/>
  </p:normalViewPr>
  <p:slideViewPr>
    <p:cSldViewPr>
      <p:cViewPr varScale="1">
        <p:scale>
          <a:sx n="108" d="100"/>
          <a:sy n="108" d="100"/>
        </p:scale>
        <p:origin x="912" y="102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CC48-DBB6-BEE3-3C06-0394F6AE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8781A-C651-91C3-7F95-2366B1DC5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6FAEB4-486A-9EFE-9D6F-AB210350C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080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F2E1-2390-75AF-045D-8190ADC9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CF58E2-8425-29C4-047D-05D4038A0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EFCAE2-E407-C86B-9458-280F31C97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6061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1857-89CF-8C2F-E2E6-E828579B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60AF60-2CE0-F6E2-D970-2B2D3F330A45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18886361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9B17-59BC-6642-6114-D6FADF40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494C62-2966-3928-682B-B339878946BB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1E3B39-1748-6C5F-8B34-3D4A894D5B65}"/>
              </a:ext>
            </a:extLst>
          </p:cNvPr>
          <p:cNvSpPr txBox="1"/>
          <p:nvPr/>
        </p:nvSpPr>
        <p:spPr>
          <a:xfrm>
            <a:off x="479376" y="1628800"/>
            <a:ext cx="8242141" cy="41979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优势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包裹性表现较好</a:t>
            </a:r>
            <a:r>
              <a:rPr lang="zh-CN" altLang="en-US" dirty="0"/>
              <a:t>，鞋脚一体性明显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支撑与刚性在线</a:t>
            </a:r>
            <a:r>
              <a:rPr lang="zh-CN" altLang="en-US" dirty="0"/>
              <a:t>，实战稳定性较好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整体舒适度不错</a:t>
            </a:r>
            <a:endParaRPr lang="zh-CN" altLang="en-US" dirty="0"/>
          </a:p>
          <a:p>
            <a:pPr>
              <a:lnSpc>
                <a:spcPct val="150000"/>
              </a:lnSpc>
              <a:buNone/>
            </a:pP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0070C0"/>
                </a:solidFill>
              </a:rPr>
              <a:t>问题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抓地不足（</a:t>
            </a:r>
            <a:r>
              <a:rPr lang="en-US" altLang="zh-CN" b="1" dirty="0"/>
              <a:t>4/7</a:t>
            </a:r>
            <a:r>
              <a:rPr lang="zh-CN" altLang="en-US" b="1" dirty="0"/>
              <a:t>）</a:t>
            </a:r>
            <a:r>
              <a:rPr lang="zh-CN" altLang="en-US" dirty="0"/>
              <a:t>：木地板、急停、横移时更明显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后跟</a:t>
            </a:r>
            <a:r>
              <a:rPr lang="en-US" altLang="zh-CN" b="1" dirty="0"/>
              <a:t>/</a:t>
            </a:r>
            <a:r>
              <a:rPr lang="zh-CN" altLang="en-US" b="1" dirty="0"/>
              <a:t>脚踝问题（</a:t>
            </a:r>
            <a:r>
              <a:rPr lang="en-US" altLang="zh-CN" b="1" dirty="0"/>
              <a:t>3/7</a:t>
            </a:r>
            <a:r>
              <a:rPr lang="zh-CN" altLang="en-US" b="1" dirty="0"/>
              <a:t>）</a:t>
            </a:r>
            <a:r>
              <a:rPr lang="zh-CN" altLang="en-US" dirty="0"/>
              <a:t>：掉跟、外踝卡脚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缓震偏硬</a:t>
            </a:r>
            <a:r>
              <a:rPr lang="en-US" altLang="zh-CN" b="1" dirty="0"/>
              <a:t>/</a:t>
            </a:r>
            <a:r>
              <a:rPr lang="zh-CN" altLang="en-US" b="1" dirty="0"/>
              <a:t>偏薄（</a:t>
            </a:r>
            <a:r>
              <a:rPr lang="en-US" altLang="zh-CN" b="1" dirty="0"/>
              <a:t>2/7</a:t>
            </a:r>
            <a:r>
              <a:rPr lang="zh-CN" altLang="en-US" b="1" dirty="0"/>
              <a:t>）</a:t>
            </a:r>
            <a:r>
              <a:rPr lang="zh-CN" altLang="en-US" dirty="0"/>
              <a:t>：前掌硬、后跟硬、缓震感不足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鞋带偏短（</a:t>
            </a:r>
            <a:r>
              <a:rPr lang="en-US" altLang="zh-CN" b="1" dirty="0"/>
              <a:t>2/7</a:t>
            </a:r>
            <a:r>
              <a:rPr lang="zh-CN" altLang="en-US" b="1" dirty="0"/>
              <a:t>）</a:t>
            </a:r>
            <a:r>
              <a:rPr lang="zh-CN" altLang="en-US" dirty="0"/>
              <a:t>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D99B3E-3E42-AA7F-192A-E2595295D225}"/>
              </a:ext>
            </a:extLst>
          </p:cNvPr>
          <p:cNvSpPr txBox="1"/>
          <p:nvPr/>
        </p:nvSpPr>
        <p:spPr>
          <a:xfrm>
            <a:off x="6989412" y="1862253"/>
            <a:ext cx="6096000" cy="336694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/>
              <a:t>修改建议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1"/>
                </a:solidFill>
              </a:rPr>
              <a:t>P1</a:t>
            </a:r>
            <a:r>
              <a:rPr lang="zh-CN" altLang="en-US" b="1" dirty="0">
                <a:solidFill>
                  <a:schemeClr val="accent1"/>
                </a:solidFill>
              </a:rPr>
              <a:t>：优化抓地</a:t>
            </a:r>
            <a:br>
              <a:rPr lang="zh-CN" altLang="en-US" dirty="0"/>
            </a:br>
            <a:r>
              <a:rPr lang="zh-CN" altLang="en-US" dirty="0"/>
              <a:t>核查橡胶硬度，如果硬度正确考虑调软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更换为普通橡胶或者止滑橡胶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P1</a:t>
            </a:r>
            <a:r>
              <a:rPr lang="zh-CN" altLang="en-US" b="1" dirty="0"/>
              <a:t>：优化后跟锁定</a:t>
            </a:r>
            <a:br>
              <a:rPr lang="zh-CN" altLang="en-US" dirty="0"/>
            </a:br>
            <a:r>
              <a:rPr lang="zh-CN" altLang="en-US" dirty="0"/>
              <a:t>调整后跟杯、领口泡棉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P2</a:t>
            </a:r>
            <a:r>
              <a:rPr lang="zh-CN" altLang="en-US" b="1" dirty="0"/>
              <a:t>：修正细节体验</a:t>
            </a:r>
            <a:br>
              <a:rPr lang="zh-CN" altLang="en-US" dirty="0"/>
            </a:br>
            <a:r>
              <a:rPr lang="zh-CN" altLang="en-US" dirty="0"/>
              <a:t>加长鞋带</a:t>
            </a:r>
          </a:p>
        </p:txBody>
      </p:sp>
    </p:spTree>
    <p:extLst>
      <p:ext uri="{BB962C8B-B14F-4D97-AF65-F5344CB8AC3E}">
        <p14:creationId xmlns:p14="http://schemas.microsoft.com/office/powerpoint/2010/main" val="180291955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130</Words>
  <Application>Microsoft Office PowerPoint</Application>
  <PresentationFormat>宽屏</PresentationFormat>
  <Paragraphs>17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微软雅黑</vt:lpstr>
      <vt:lpstr>Arial</vt:lpstr>
      <vt:lpstr>1_包图主题2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1087</cp:revision>
  <dcterms:created xsi:type="dcterms:W3CDTF">2019-03-25T05:53:00Z</dcterms:created>
  <dcterms:modified xsi:type="dcterms:W3CDTF">2026-04-08T07:45:54Z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