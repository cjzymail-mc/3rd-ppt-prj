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060" r:id="rId2"/>
    <p:sldId id="1061" r:id="rId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39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540"/>
    <a:srgbClr val="04B555"/>
    <a:srgbClr val="CACACA"/>
    <a:srgbClr val="C3E0FF"/>
    <a:srgbClr val="F5ADAF"/>
    <a:srgbClr val="E16776"/>
    <a:srgbClr val="E9BDDD"/>
    <a:srgbClr val="4BA1FF"/>
    <a:srgbClr val="6393BC"/>
    <a:srgbClr val="263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65688" autoAdjust="0"/>
  </p:normalViewPr>
  <p:slideViewPr>
    <p:cSldViewPr>
      <p:cViewPr varScale="1">
        <p:scale>
          <a:sx n="84" d="100"/>
          <a:sy n="84" d="100"/>
        </p:scale>
        <p:origin x="2052" y="72"/>
      </p:cViewPr>
      <p:guideLst>
        <p:guide orient="horz" pos="2024"/>
        <p:guide pos="393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345\Desktop\&#12304;&#21151;&#33021;&#35797;&#31359;&#12305;\&#25968;&#25454;%20v2.1%20&#26381;&#35013;%2020250520%2090G&#21628;&#21560;&#32433;&#20108;&#20195;&#27735;&#24067;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345\Desktop\&#12304;&#21151;&#33021;&#35797;&#31359;&#12305;\&#25968;&#25454;%20v2.1%20&#26381;&#35013;%2020250520%2090G&#21628;&#21560;&#32433;&#20108;&#20195;&#27735;&#24067;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345\Desktop\&#12304;&#21151;&#33021;&#35797;&#31359;&#12305;\&#25968;&#25454;%20v2.1%20&#26381;&#35013;%2020250520%2090G&#21628;&#21560;&#32433;&#20108;&#20195;&#27735;&#24067;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345\Desktop\&#12304;&#21151;&#33021;&#35797;&#31359;&#12305;\&#25968;&#25454;%20v2.1%20&#26381;&#35013;%2020250520%2090G&#21628;&#21560;&#32433;&#20108;&#20195;&#27735;&#24067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'服装试穿反馈 对标soar天海花女子长款转印 90g轻量正方格'!$C$6</c:f>
              <c:strCache>
                <c:ptCount val="1"/>
                <c:pt idx="0">
                  <c:v>评分（低于3.5分自动填充黑色）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EA0B-468D-92A9-C9B4793DBF41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EA0B-468D-92A9-C9B4793DBF41}"/>
              </c:ext>
            </c:extLst>
          </c:dPt>
          <c:dPt>
            <c:idx val="2"/>
            <c:invertIfNegative val="0"/>
            <c:bubble3D val="0"/>
            <c:spPr>
              <a:solidFill>
                <a:srgbClr val="000000"/>
              </a:solidFill>
            </c:spPr>
            <c:extLst>
              <c:ext xmlns:c16="http://schemas.microsoft.com/office/drawing/2014/chart" uri="{C3380CC4-5D6E-409C-BE32-E72D297353CC}">
                <c16:uniqueId val="{00000005-EA0B-468D-92A9-C9B4793DBF41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7-EA0B-468D-92A9-C9B4793DBF41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9-EA0B-468D-92A9-C9B4793DBF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'服装试穿反馈 对标soar天海花女子长款转印 90g轻量正方格'!$B$7:$B$11</c:f>
              <c:strCache>
                <c:ptCount val="5"/>
                <c:pt idx="0">
                  <c:v>整体</c:v>
                </c:pt>
                <c:pt idx="1">
                  <c:v>衣领</c:v>
                </c:pt>
                <c:pt idx="2">
                  <c:v>袖口</c:v>
                </c:pt>
                <c:pt idx="3">
                  <c:v>胸围</c:v>
                </c:pt>
                <c:pt idx="4">
                  <c:v>腰围</c:v>
                </c:pt>
              </c:strCache>
            </c:strRef>
          </c:cat>
          <c:val>
            <c:numRef>
              <c:f>'服装试穿反馈 对标soar天海花女子长款转印 90g轻量正方格'!$C$7:$C$11</c:f>
              <c:numCache>
                <c:formatCode>0.0</c:formatCode>
                <c:ptCount val="5"/>
                <c:pt idx="0">
                  <c:v>4.3</c:v>
                </c:pt>
                <c:pt idx="1">
                  <c:v>4.8</c:v>
                </c:pt>
                <c:pt idx="2">
                  <c:v>3.3</c:v>
                </c:pt>
                <c:pt idx="3">
                  <c:v>4</c:v>
                </c:pt>
                <c:pt idx="4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0B-468D-92A9-C9B4793DB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400511"/>
        <c:axId val="1190402431"/>
      </c:barChart>
      <c:catAx>
        <c:axId val="11904005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0402431"/>
        <c:crosses val="autoZero"/>
        <c:auto val="1"/>
        <c:lblAlgn val="ctr"/>
        <c:lblOffset val="100"/>
        <c:noMultiLvlLbl val="0"/>
      </c:catAx>
      <c:valAx>
        <c:axId val="1190402431"/>
        <c:scaling>
          <c:orientation val="minMax"/>
          <c:max val="5"/>
          <c:min val="0"/>
        </c:scaling>
        <c:delete val="1"/>
        <c:axPos val="b"/>
        <c:numFmt formatCode="0.0" sourceLinked="1"/>
        <c:majorTickMark val="out"/>
        <c:minorTickMark val="none"/>
        <c:tickLblPos val="nextTo"/>
        <c:crossAx val="11904005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7701baa8-a723-4dcb-913b-9d5e2c3b373a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'服装试穿反馈 对标soar天海花女子长款转印 90g轻量正方格'!$C$18</c:f>
              <c:strCache>
                <c:ptCount val="1"/>
                <c:pt idx="0">
                  <c:v>评分（低于3.5分自动填充黑色）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3692-495C-8635-FE06E9846ABD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3692-495C-8635-FE06E9846ABD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5-3692-495C-8635-FE06E9846A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'服装试穿反馈 对标soar天海花女子长款转印 90g轻量正方格'!$B$19:$B$21</c:f>
              <c:strCache>
                <c:ptCount val="3"/>
                <c:pt idx="0">
                  <c:v>亲肤度/手感</c:v>
                </c:pt>
                <c:pt idx="1">
                  <c:v>透气性</c:v>
                </c:pt>
                <c:pt idx="2">
                  <c:v>轻量化</c:v>
                </c:pt>
              </c:strCache>
            </c:strRef>
          </c:cat>
          <c:val>
            <c:numRef>
              <c:f>'服装试穿反馈 对标soar天海花女子长款转印 90g轻量正方格'!$C$19:$C$21</c:f>
              <c:numCache>
                <c:formatCode>0.0</c:formatCode>
                <c:ptCount val="3"/>
                <c:pt idx="0">
                  <c:v>4.8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92-495C-8635-FE06E9846A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424031"/>
        <c:axId val="1190408671"/>
      </c:barChart>
      <c:catAx>
        <c:axId val="119042403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0408671"/>
        <c:crosses val="autoZero"/>
        <c:auto val="1"/>
        <c:lblAlgn val="ctr"/>
        <c:lblOffset val="100"/>
        <c:noMultiLvlLbl val="0"/>
      </c:catAx>
      <c:valAx>
        <c:axId val="1190408671"/>
        <c:scaling>
          <c:orientation val="minMax"/>
          <c:max val="5"/>
          <c:min val="0"/>
        </c:scaling>
        <c:delete val="1"/>
        <c:axPos val="b"/>
        <c:numFmt formatCode="0.0" sourceLinked="1"/>
        <c:majorTickMark val="out"/>
        <c:minorTickMark val="none"/>
        <c:tickLblPos val="nextTo"/>
        <c:crossAx val="119042403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70f9708f-eb63-40a5-a4b0-13a0add9258b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'服装试穿反馈 对标soar天海花女子长款转印 90g轻量正方格'!$C$28</c:f>
              <c:strCache>
                <c:ptCount val="1"/>
                <c:pt idx="0">
                  <c:v>评分（低于3.5分自动填充黑色）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8DCD-4144-8F41-1B2D6EC55D39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8DCD-4144-8F41-1B2D6EC55D39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5-8DCD-4144-8F41-1B2D6EC55D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'服装试穿反馈 对标soar天海花女子长款转印 90g轻量正方格'!$B$29:$B$31</c:f>
              <c:strCache>
                <c:ptCount val="3"/>
                <c:pt idx="0">
                  <c:v>整体</c:v>
                </c:pt>
                <c:pt idx="1">
                  <c:v>前胸</c:v>
                </c:pt>
                <c:pt idx="2">
                  <c:v>后背</c:v>
                </c:pt>
              </c:strCache>
            </c:strRef>
          </c:cat>
          <c:val>
            <c:numRef>
              <c:f>'服装试穿反馈 对标soar天海花女子长款转印 90g轻量正方格'!$C$29:$C$31</c:f>
              <c:numCache>
                <c:formatCode>0.0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DCD-4144-8F41-1B2D6EC55D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418751"/>
        <c:axId val="1190411551"/>
      </c:barChart>
      <c:catAx>
        <c:axId val="119041875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0411551"/>
        <c:crosses val="autoZero"/>
        <c:auto val="1"/>
        <c:lblAlgn val="ctr"/>
        <c:lblOffset val="100"/>
        <c:noMultiLvlLbl val="0"/>
      </c:catAx>
      <c:valAx>
        <c:axId val="1190411551"/>
        <c:scaling>
          <c:orientation val="minMax"/>
          <c:max val="5"/>
          <c:min val="0"/>
        </c:scaling>
        <c:delete val="1"/>
        <c:axPos val="b"/>
        <c:numFmt formatCode="0.0" sourceLinked="1"/>
        <c:majorTickMark val="out"/>
        <c:minorTickMark val="none"/>
        <c:tickLblPos val="nextTo"/>
        <c:crossAx val="119041875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d09fd2c2-747e-4ed8-be10-4fc9f7f62907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'服装试穿反馈 对标soar天海花女子长款转印 90g轻量正方格'!$C$38</c:f>
              <c:strCache>
                <c:ptCount val="1"/>
                <c:pt idx="0">
                  <c:v>评分（低于3.5分自动填充黑色）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1-64B3-4D19-8973-3F1F0EBC816E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64B3-4D19-8973-3F1F0EBC816E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5-64B3-4D19-8973-3F1F0EBC816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'服装试穿反馈 对标soar天海花女子长款转印 90g轻量正方格'!$B$39:$B$41</c:f>
              <c:strCache>
                <c:ptCount val="3"/>
                <c:pt idx="0">
                  <c:v>整体</c:v>
                </c:pt>
                <c:pt idx="1">
                  <c:v>前胸</c:v>
                </c:pt>
                <c:pt idx="2">
                  <c:v>后背</c:v>
                </c:pt>
              </c:strCache>
            </c:strRef>
          </c:cat>
          <c:val>
            <c:numRef>
              <c:f>'服装试穿反馈 对标soar天海花女子长款转印 90g轻量正方格'!$C$39:$C$41</c:f>
              <c:numCache>
                <c:formatCode>0.0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4B3-4D19-8973-3F1F0EBC8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410591"/>
        <c:axId val="1190418271"/>
      </c:barChart>
      <c:catAx>
        <c:axId val="119041059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0418271"/>
        <c:crosses val="autoZero"/>
        <c:auto val="1"/>
        <c:lblAlgn val="ctr"/>
        <c:lblOffset val="100"/>
        <c:noMultiLvlLbl val="0"/>
      </c:catAx>
      <c:valAx>
        <c:axId val="1190418271"/>
        <c:scaling>
          <c:orientation val="minMax"/>
          <c:max val="5"/>
          <c:min val="0"/>
        </c:scaling>
        <c:delete val="1"/>
        <c:axPos val="b"/>
        <c:numFmt formatCode="0.0" sourceLinked="1"/>
        <c:majorTickMark val="out"/>
        <c:minorTickMark val="none"/>
        <c:tickLblPos val="nextTo"/>
        <c:crossAx val="119041059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d77578f9-402e-4364-9111-580f51a1e9a0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76199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097D-2193-2301-DACF-4647B777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2ECD85-E83E-A276-F8C4-D59A5B0E0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DBBCED-E2DC-A05E-4533-D021F9AD1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2519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4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6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7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8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C0C0-F3C1-46A6-B1E0-38A19114CB16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5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7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8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9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FC0C0-F3C1-46A6-B1E0-38A19114CB16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367808" y="154659"/>
            <a:ext cx="33843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  &lt;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面料信息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9B7F65-DC1D-88AB-C3DF-562E19A24E35}"/>
              </a:ext>
            </a:extLst>
          </p:cNvPr>
          <p:cNvSpPr txBox="1"/>
          <p:nvPr/>
        </p:nvSpPr>
        <p:spPr>
          <a:xfrm>
            <a:off x="262961" y="4548820"/>
            <a:ext cx="5617015" cy="1944000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E16776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优点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strengths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3D3E686-1196-993A-B9DD-850EE760CB9F}"/>
              </a:ext>
            </a:extLst>
          </p:cNvPr>
          <p:cNvSpPr txBox="1"/>
          <p:nvPr/>
        </p:nvSpPr>
        <p:spPr>
          <a:xfrm>
            <a:off x="6096000" y="4548820"/>
            <a:ext cx="4428601" cy="1944000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C3E0FF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50000"/>
              </a:lnSpc>
              <a:def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rgbClr val="0070C0"/>
                </a:solidFill>
              </a:rPr>
              <a:t>缺点 </a:t>
            </a:r>
            <a:r>
              <a:rPr lang="en-US" altLang="zh-CN" sz="1400" dirty="0">
                <a:solidFill>
                  <a:srgbClr val="0070C0"/>
                </a:solidFill>
              </a:rPr>
              <a:t>drawbacks</a:t>
            </a:r>
            <a:endParaRPr lang="en-US" altLang="zh-CN" sz="1400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0DF3F-599A-128F-2CD5-AA91FA72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84036E-0D18-C531-8E4A-F50243307089}"/>
              </a:ext>
            </a:extLst>
          </p:cNvPr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380D277-02AA-1AD6-F687-EC534604EB64}"/>
              </a:ext>
            </a:extLst>
          </p:cNvPr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E969061-10B0-FF3B-2558-B4DDF2B0A8DD}"/>
              </a:ext>
            </a:extLst>
          </p:cNvPr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72C4F87-E973-B28C-E9DE-43A09BA92BAA}"/>
              </a:ext>
            </a:extLst>
          </p:cNvPr>
          <p:cNvSpPr/>
          <p:nvPr/>
        </p:nvSpPr>
        <p:spPr>
          <a:xfrm>
            <a:off x="482600" y="1244600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52F407-03E3-FAE5-0036-9CD776509CE2}"/>
              </a:ext>
            </a:extLst>
          </p:cNvPr>
          <p:cNvSpPr txBox="1"/>
          <p:nvPr/>
        </p:nvSpPr>
        <p:spPr>
          <a:xfrm>
            <a:off x="419100" y="1752600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版型</a:t>
            </a:r>
          </a:p>
        </p:txBody>
      </p:sp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47F463C8-6746-8E48-52DF-5419C32C0E5D}"/>
              </a:ext>
            </a:extLst>
          </p:cNvPr>
          <p:cNvGraphicFramePr/>
          <p:nvPr/>
        </p:nvGraphicFramePr>
        <p:xfrm>
          <a:off x="1625600" y="1016000"/>
          <a:ext cx="2413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椭圆 13">
            <a:extLst>
              <a:ext uri="{FF2B5EF4-FFF2-40B4-BE49-F238E27FC236}">
                <a16:creationId xmlns:a16="http://schemas.microsoft.com/office/drawing/2014/main" id="{39984E8F-25E6-BAA9-C88B-23E5E09B9B9E}"/>
              </a:ext>
            </a:extLst>
          </p:cNvPr>
          <p:cNvSpPr/>
          <p:nvPr/>
        </p:nvSpPr>
        <p:spPr>
          <a:xfrm>
            <a:off x="4191000" y="1244600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951B05-D636-E5F2-21FE-589AD43C8E00}"/>
              </a:ext>
            </a:extLst>
          </p:cNvPr>
          <p:cNvSpPr txBox="1"/>
          <p:nvPr/>
        </p:nvSpPr>
        <p:spPr>
          <a:xfrm>
            <a:off x="4127500" y="1752600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面料</a:t>
            </a:r>
          </a:p>
        </p:txBody>
      </p:sp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B7644477-6B08-E436-7DC7-C39CC6B263AA}"/>
              </a:ext>
            </a:extLst>
          </p:cNvPr>
          <p:cNvGraphicFramePr/>
          <p:nvPr/>
        </p:nvGraphicFramePr>
        <p:xfrm>
          <a:off x="5334000" y="1304032"/>
          <a:ext cx="2413000" cy="1245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椭圆 16">
            <a:extLst>
              <a:ext uri="{FF2B5EF4-FFF2-40B4-BE49-F238E27FC236}">
                <a16:creationId xmlns:a16="http://schemas.microsoft.com/office/drawing/2014/main" id="{1EFFAB1F-AAA5-F812-49DE-DEC3474DB6A0}"/>
              </a:ext>
            </a:extLst>
          </p:cNvPr>
          <p:cNvSpPr/>
          <p:nvPr/>
        </p:nvSpPr>
        <p:spPr>
          <a:xfrm>
            <a:off x="482600" y="2924944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CE48F8-C4C1-1829-A475-4215F61DEACB}"/>
              </a:ext>
            </a:extLst>
          </p:cNvPr>
          <p:cNvSpPr txBox="1"/>
          <p:nvPr/>
        </p:nvSpPr>
        <p:spPr>
          <a:xfrm>
            <a:off x="419100" y="3432944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吸湿排汗</a:t>
            </a:r>
          </a:p>
        </p:txBody>
      </p:sp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623D2B04-54F1-4151-2F5F-0D6D0DD6D6E3}"/>
              </a:ext>
            </a:extLst>
          </p:cNvPr>
          <p:cNvGraphicFramePr/>
          <p:nvPr/>
        </p:nvGraphicFramePr>
        <p:xfrm>
          <a:off x="1625600" y="3056384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椭圆 19">
            <a:extLst>
              <a:ext uri="{FF2B5EF4-FFF2-40B4-BE49-F238E27FC236}">
                <a16:creationId xmlns:a16="http://schemas.microsoft.com/office/drawing/2014/main" id="{AB24AF34-6ECA-CF9A-E76C-AC17C2289341}"/>
              </a:ext>
            </a:extLst>
          </p:cNvPr>
          <p:cNvSpPr/>
          <p:nvPr/>
        </p:nvSpPr>
        <p:spPr>
          <a:xfrm>
            <a:off x="4191000" y="2924944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C35336-77B2-3B8E-5665-AE7ADD6EB1CE}"/>
              </a:ext>
            </a:extLst>
          </p:cNvPr>
          <p:cNvSpPr txBox="1"/>
          <p:nvPr/>
        </p:nvSpPr>
        <p:spPr>
          <a:xfrm>
            <a:off x="4127500" y="3432944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速干</a:t>
            </a:r>
          </a:p>
        </p:txBody>
      </p:sp>
      <p:graphicFrame>
        <p:nvGraphicFramePr>
          <p:cNvPr id="22" name="图表 21">
            <a:extLst>
              <a:ext uri="{FF2B5EF4-FFF2-40B4-BE49-F238E27FC236}">
                <a16:creationId xmlns:a16="http://schemas.microsoft.com/office/drawing/2014/main" id="{8E9D049E-628D-FDE6-EAFD-6928A06B4E82}"/>
              </a:ext>
            </a:extLst>
          </p:cNvPr>
          <p:cNvGraphicFramePr/>
          <p:nvPr/>
        </p:nvGraphicFramePr>
        <p:xfrm>
          <a:off x="5334000" y="3056384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42DBCF6C-9C64-F130-823A-6B6435D59B9A}"/>
              </a:ext>
            </a:extLst>
          </p:cNvPr>
          <p:cNvSpPr txBox="1"/>
          <p:nvPr/>
        </p:nvSpPr>
        <p:spPr>
          <a:xfrm>
            <a:off x="262961" y="4548820"/>
            <a:ext cx="5617015" cy="1944000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E16776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优点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strengths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25B7754-656B-D42A-C5F0-92B296F451E4}"/>
              </a:ext>
            </a:extLst>
          </p:cNvPr>
          <p:cNvSpPr txBox="1"/>
          <p:nvPr/>
        </p:nvSpPr>
        <p:spPr>
          <a:xfrm>
            <a:off x="10555698" y="679061"/>
            <a:ext cx="1589062" cy="1131077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受试者信息 </a:t>
            </a:r>
            <a:r>
              <a:rPr lang="en-US" altLang="zh-CN" sz="9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B: 165CM / 52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C: 162CM / 58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D: 168CM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60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KG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85E0F9A-AFD2-3085-1BB5-51F6352B0CDE}"/>
              </a:ext>
            </a:extLst>
          </p:cNvPr>
          <p:cNvSpPr txBox="1"/>
          <p:nvPr/>
        </p:nvSpPr>
        <p:spPr>
          <a:xfrm>
            <a:off x="6096000" y="4548820"/>
            <a:ext cx="4428601" cy="1944000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C3E0FF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50000"/>
              </a:lnSpc>
              <a:def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rgbClr val="0070C0"/>
                </a:solidFill>
              </a:rPr>
              <a:t>缺点 </a:t>
            </a:r>
            <a:r>
              <a:rPr lang="en-US" altLang="zh-CN" sz="1400" dirty="0">
                <a:solidFill>
                  <a:srgbClr val="0070C0"/>
                </a:solidFill>
              </a:rPr>
              <a:t>drawbacks</a:t>
            </a:r>
            <a:endParaRPr lang="en-US" altLang="zh-CN" sz="1400" b="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DFD7929-5E38-55C2-592D-D1ACE541AAE5}"/>
              </a:ext>
            </a:extLst>
          </p:cNvPr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7C0EDA-4182-5B15-ED80-A9EECA341CB2}"/>
              </a:ext>
            </a:extLst>
          </p:cNvPr>
          <p:cNvSpPr txBox="1"/>
          <p:nvPr/>
        </p:nvSpPr>
        <p:spPr>
          <a:xfrm>
            <a:off x="365479" y="4938944"/>
            <a:ext cx="5411978" cy="1346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轻薄透气，舒适不闷热（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4/4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吸湿排汗性能好，汗湿后衣服不会黏在身上（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4/4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速干性能极好（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4/4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）大部分时间都很干爽（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1/4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）几乎感受不到身上有汗（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1/4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909F5C-B7F6-DF9C-ACA8-07D662B4C0D4}"/>
              </a:ext>
            </a:extLst>
          </p:cNvPr>
          <p:cNvSpPr txBox="1"/>
          <p:nvPr/>
        </p:nvSpPr>
        <p:spPr>
          <a:xfrm>
            <a:off x="6118860" y="4938944"/>
            <a:ext cx="4296849" cy="1346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342900" indent="-342900">
              <a:lnSpc>
                <a:spcPct val="150000"/>
              </a:lnSpc>
              <a:buFont typeface="+mj-lt"/>
              <a:buAutoNum type="arabicPeriod"/>
              <a:def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肩部挖空偏小，会勒腋下，影响摆臂（</a:t>
            </a:r>
            <a:r>
              <a:rPr lang="en-US" altLang="zh-CN" dirty="0"/>
              <a:t>2/4</a:t>
            </a:r>
            <a:r>
              <a:rPr lang="zh-CN" altLang="en-US" dirty="0"/>
              <a:t>）；</a:t>
            </a:r>
            <a:endParaRPr lang="en-US" altLang="zh-CN" dirty="0"/>
          </a:p>
          <a:p>
            <a:r>
              <a:rPr lang="zh-CN" altLang="en-US" dirty="0"/>
              <a:t>后背开叉偏高，跑动过程后背会漏出小三角，晒太阳会痛，风大了会受凉，开车可向下调整四指宽（约</a:t>
            </a:r>
            <a:r>
              <a:rPr lang="en-US" altLang="zh-CN" dirty="0"/>
              <a:t>5cm</a:t>
            </a:r>
            <a:r>
              <a:rPr lang="zh-CN" altLang="en-US" dirty="0"/>
              <a:t>）（</a:t>
            </a:r>
            <a:r>
              <a:rPr lang="en-US" altLang="zh-CN" dirty="0"/>
              <a:t>1/4</a:t>
            </a:r>
            <a:r>
              <a:rPr lang="zh-CN" altLang="en-US" dirty="0"/>
              <a:t>）；</a:t>
            </a:r>
            <a:endParaRPr lang="en-US" altLang="zh-CN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AB2860-D225-9537-F3A1-F49F44A3708A}"/>
              </a:ext>
            </a:extLst>
          </p:cNvPr>
          <p:cNvSpPr/>
          <p:nvPr/>
        </p:nvSpPr>
        <p:spPr>
          <a:xfrm>
            <a:off x="4367808" y="154659"/>
            <a:ext cx="33843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  &lt;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面料信息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052451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184</Words>
  <Application>Microsoft Office PowerPoint</Application>
  <PresentationFormat>宽屏</PresentationFormat>
  <Paragraphs>24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微软雅黑</vt:lpstr>
      <vt:lpstr>Arial</vt:lpstr>
      <vt:lpstr>Wingdings</vt:lpstr>
      <vt:lpstr>1_包图主题2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K_OCEAN</dc:creator>
  <cp:lastModifiedBy>陈晶</cp:lastModifiedBy>
  <cp:revision>1075</cp:revision>
  <dcterms:created xsi:type="dcterms:W3CDTF">2019-03-25T05:53:00Z</dcterms:created>
  <dcterms:modified xsi:type="dcterms:W3CDTF">2026-04-28T07:12:17Z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2052-10.1.0.5740</vt:lpwstr>
  </property>
</Properties>
</file>