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7"/>
              <c:pt idx="0">
                <c:v>抓地性（Traction）</c:v>
              </c:pt>
              <c:pt idx="1">
                <c:v>重量&amp;透气性（Weight&amp;Ventilation）</c:v>
              </c:pt>
              <c:pt idx="2">
                <c:v>缓震性（Cushioning）</c:v>
              </c:pt>
              <c:pt idx="3">
                <c:v>包裹性（Lockdwon）</c:v>
              </c:pt>
              <c:pt idx="4">
                <c:v>抗扭转性（Torsional Support ）</c:v>
              </c:pt>
              <c:pt idx="5">
                <c:v>防侧翻性（Lateral Stability）</c:v>
              </c:pt>
              <c:pt idx="6">
                <c:v>耐久性（Durability）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10</c:v>
              </c:pt>
              <c:pt idx="2">
                <c:v>5</c:v>
              </c:pt>
              <c:pt idx="3">
                <c:v>10</c:v>
              </c:pt>
              <c:pt idx="4">
                <c:v>10</c:v>
              </c:pt>
              <c:pt idx="5">
                <c:v>10</c:v>
              </c:pt>
              <c:pt idx="6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0-717A-4011-A90B-B56100D2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B796F-358B-4303-9B56-A6A657803A3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2CEDBF-3E87-41FE-ACC3-5E5AD153A9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649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40075E-4A20-7DA4-CC8F-477DF1605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FD771B-06EE-DA2B-B971-B8750FBC9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37FB04-C925-711F-206B-028C4442E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30778D-C3FD-B7F3-C8CF-EDBFCBFE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6ECCE-9395-4E08-C040-829BF16A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78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0874D-5DCA-66FD-D152-42CC6998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48D3E-21C3-B157-DE11-D5A5AE870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79211-4C1F-78E0-7267-B7531615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ACF0A-4A15-FB13-4631-56EF97A2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EB3CF5-F982-63A6-C950-487F2C1B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03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8D228-C594-13CA-8A10-D48A0A01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3DDBF3-F962-C9BA-9575-E58D37BCE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103F7-6162-7604-0CDC-1A5B1E29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EFBC1B-A1DE-4232-18B1-1818170A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BE9FF0-275B-69FA-1B00-0F97F14E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19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ED7C0-6D70-99E1-26E1-4F2D7168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6E671-EB5C-CBD0-B701-1B3BD2918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999710-5711-4E4E-4F84-B52CF69AB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C1D70E-49B6-E630-B92D-FC2A851E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A49578-B044-1F4A-1F0B-16D7C0BA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D99F4A-6A22-3FDF-2436-5E2B9273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49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80442-60F2-47F3-34D4-064A81086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952EDB-9D4F-1767-19BA-F6EF6069E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729668-8C88-3A55-ED9A-C95FEC6F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15C708-2A59-7455-F219-F2315CADE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F53EED-7782-B49D-6928-BB995B699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F0640A-165E-10D4-D01B-0D315579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09C809-0AC6-5898-D5BC-6D017F87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05F3E3-EFC1-EFC3-D8A9-F0E868C7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46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DE00E-A684-95EA-2F1B-F8D928D6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F055FC-0A37-87D5-0287-99196F13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F6F158-77A7-1288-A198-EF6C30D4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88B5CF-8FFF-F955-CC68-34BBE216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66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1C7153-128F-76AE-9787-E13B592F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ADB710-7692-9CB0-A092-C1336657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63AA8E-76F9-BDCA-8846-CE30C99C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95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301A0-B73F-928F-5E40-672BE68F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A5B2CF-681D-AEDC-6C2C-57599C5F8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214154-8EE2-3B4C-7C7B-40D0F501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B4CCAD-383F-AF39-0EED-90A6E02F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571546-5E0F-FE99-9E38-17AC1D96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C14578-8041-AE9B-B48A-E7F23B47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43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5FDEA9-9FAD-E3B1-0920-4E73BDD10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CC66FC-E4B6-C93F-2848-6171A8FB4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92F998-AE2F-19B2-5CFF-C04B8983D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0CF623-654B-0F7C-2388-D91E7765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BFDE05-7B8F-116E-C9E2-D33387A3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A7961C-42D8-7934-03CE-0286FD94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2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D2997-6148-E79E-BCF7-74B23F26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049922-5108-62F2-0A0B-5D65B850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8F3DE-2525-E571-5F0C-B39D98F3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DEA165-D734-5C25-19FD-5DBD2589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5E4C6-F76C-A68C-B65C-88E64FFE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739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8252D8-7137-9C69-9E8F-BDD62D682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7855D5-91F6-57A2-9A8B-7BCC9121A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70B86-32C6-345B-A415-59ADE49B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99D24-9CB4-A4F9-D930-CF4CA231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52D7A-34D2-5519-DB96-0E7E3B01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17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51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E7A06D-AF46-B6E4-5BFB-DAFA41927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DBC1E1-A0B3-02E1-8CBB-23812FE4C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EA8855-995F-7EE9-64C7-71E5AF617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0D61C-A075-4A2A-BB56-CB99FAC6F2AF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C44437-728F-9E07-0010-182AF96D6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ACE3A-BB18-4136-29AA-ED142A433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6BD85-D254-4BE4-A592-EE65CFEEC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732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8.43/10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A-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人
测试者平均体重：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84.3KG
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测试者球场定位：速度型后卫、突投结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defTabSz="457200" hangingPunct="0"/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超级草根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本次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样本反馈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较集中地指向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止滑性抓地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短板：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名测试者明确表示防滑仍需提升或仅属一般，急停、变向时对落地信心形成拖累；另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名虽提到耐磨防滑尚可，但不足以改变整体负面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印象（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）。
穿着层面的问题同样突出，主要集中在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鞋面绑缚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提到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鞋面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发卡、舒适性偏差，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反映弯折处会卡脚背，另有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名指出鞋带偏短且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绑缚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不舒适、难以稳定固定，整体影响实战中的持续穿着体验（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）。
结构支撑方面，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足弓支撑内扣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问题需要重视：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名高足弓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明确认为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足弓支撑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不足，另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提到轻微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内扣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或足弓会</a:t>
            </a:r>
            <a:r>
              <a:rPr lang="zh-CN" altLang="en-US" sz="12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内扣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，且在运动中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本次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样本反馈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中，最明确的优点集中在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包裹性支撑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表现：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名测试者均给出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包裹性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、抗扭转性、防侧翻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分，说明鞋身锁定与整体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框架完成度很高，适合需要快速启动与连续变向的实战节奏（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）。
从适配性看，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轻量透气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同样获得一致高分，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均将重量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透气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性评为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分，配合两位测试者给出的后卫向打法定位，整体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显示这双鞋更偏向灵活型、速度型球员的穿着需求（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）。
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耐久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9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/>
        </p:nvGraphicFramePr>
        <p:xfrm>
          <a:off x="3071664" y="290013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陈晶</dc:creator>
  <cp:lastModifiedBy>陈晶</cp:lastModifiedBy>
  <cp:revision>1</cp:revision>
  <dcterms:created xsi:type="dcterms:W3CDTF">2026-03-20T08:59:30Z</dcterms:created>
  <dcterms:modified xsi:type="dcterms:W3CDTF">2026-03-20T08:59:39Z</dcterms:modified>
</cp:coreProperties>
</file>